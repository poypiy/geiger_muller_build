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4" r:id="rId3"/>
    <p:sldId id="265" r:id="rId4"/>
    <p:sldId id="257" r:id="rId5"/>
    <p:sldId id="262" r:id="rId6"/>
    <p:sldId id="261" r:id="rId7"/>
    <p:sldId id="263" r:id="rId8"/>
    <p:sldId id="281" r:id="rId9"/>
    <p:sldId id="269" r:id="rId10"/>
    <p:sldId id="271" r:id="rId11"/>
    <p:sldId id="268" r:id="rId12"/>
    <p:sldId id="270" r:id="rId13"/>
    <p:sldId id="267" r:id="rId14"/>
    <p:sldId id="283" r:id="rId15"/>
    <p:sldId id="266" r:id="rId16"/>
    <p:sldId id="259" r:id="rId17"/>
    <p:sldId id="258" r:id="rId18"/>
    <p:sldId id="272" r:id="rId19"/>
    <p:sldId id="278" r:id="rId20"/>
    <p:sldId id="279" r:id="rId21"/>
    <p:sldId id="277" r:id="rId22"/>
    <p:sldId id="274" r:id="rId23"/>
    <p:sldId id="276" r:id="rId24"/>
    <p:sldId id="280" r:id="rId25"/>
    <p:sldId id="275"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92E1DDD-E7D5-43DB-8059-F9F6C7E3A658}">
          <p14:sldIdLst>
            <p14:sldId id="256"/>
            <p14:sldId id="264"/>
            <p14:sldId id="265"/>
            <p14:sldId id="257"/>
            <p14:sldId id="262"/>
            <p14:sldId id="261"/>
          </p14:sldIdLst>
        </p14:section>
        <p14:section name="skills" id="{B4D8404D-35C2-4599-8D30-215FEEB8F304}">
          <p14:sldIdLst>
            <p14:sldId id="263"/>
            <p14:sldId id="281"/>
            <p14:sldId id="269"/>
            <p14:sldId id="271"/>
            <p14:sldId id="268"/>
            <p14:sldId id="270"/>
            <p14:sldId id="267"/>
            <p14:sldId id="283"/>
          </p14:sldIdLst>
        </p14:section>
        <p14:section name="project section" id="{A1AE2FA8-D625-481D-93D5-4658D77310E4}">
          <p14:sldIdLst>
            <p14:sldId id="266"/>
          </p14:sldIdLst>
        </p14:section>
        <p14:section name="planning" id="{994B8437-0D95-4454-A5F6-16F08A9EC12A}">
          <p14:sldIdLst>
            <p14:sldId id="259"/>
            <p14:sldId id="258"/>
            <p14:sldId id="272"/>
            <p14:sldId id="278"/>
            <p14:sldId id="279"/>
            <p14:sldId id="277"/>
            <p14:sldId id="274"/>
            <p14:sldId id="276"/>
            <p14:sldId id="280"/>
            <p14:sldId id="275"/>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A64B3A-DEEA-46E7-A96E-2658C3F65393}" v="123" dt="2025-04-23T23:09:08.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18" d="100"/>
          <a:sy n="118" d="100"/>
        </p:scale>
        <p:origin x="19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2BCD73-7D1E-4656-97AC-2A64AE9A149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E72AD8B-EE85-41F4-A245-5BC65AD1547D}">
      <dgm:prSet/>
      <dgm:spPr/>
      <dgm:t>
        <a:bodyPr/>
        <a:lstStyle/>
        <a:p>
          <a:r>
            <a:rPr lang="en-US"/>
            <a:t>High voltage</a:t>
          </a:r>
        </a:p>
      </dgm:t>
    </dgm:pt>
    <dgm:pt modelId="{539521A1-7A4E-4B4C-BB0C-08E9237FEB66}" type="parTrans" cxnId="{FC894E67-21C2-46D7-A7EF-286E01478212}">
      <dgm:prSet/>
      <dgm:spPr/>
      <dgm:t>
        <a:bodyPr/>
        <a:lstStyle/>
        <a:p>
          <a:endParaRPr lang="en-US"/>
        </a:p>
      </dgm:t>
    </dgm:pt>
    <dgm:pt modelId="{404D19AE-EFC0-420E-B1FF-1E43B705A64F}" type="sibTrans" cxnId="{FC894E67-21C2-46D7-A7EF-286E01478212}">
      <dgm:prSet/>
      <dgm:spPr/>
      <dgm:t>
        <a:bodyPr/>
        <a:lstStyle/>
        <a:p>
          <a:endParaRPr lang="en-US"/>
        </a:p>
      </dgm:t>
    </dgm:pt>
    <dgm:pt modelId="{6257135E-33CB-4527-BF9D-E6AC2FF7A845}">
      <dgm:prSet/>
      <dgm:spPr/>
      <dgm:t>
        <a:bodyPr/>
        <a:lstStyle/>
        <a:p>
          <a:r>
            <a:rPr lang="en-US"/>
            <a:t>Common sence</a:t>
          </a:r>
        </a:p>
      </dgm:t>
    </dgm:pt>
    <dgm:pt modelId="{2BC3A354-AD3E-4286-ACD1-46D7FD26283D}" type="parTrans" cxnId="{9E10836A-67E1-49C6-AC79-89B681C65847}">
      <dgm:prSet/>
      <dgm:spPr/>
      <dgm:t>
        <a:bodyPr/>
        <a:lstStyle/>
        <a:p>
          <a:endParaRPr lang="en-US"/>
        </a:p>
      </dgm:t>
    </dgm:pt>
    <dgm:pt modelId="{33876B82-32E3-4F93-9992-70E228302514}" type="sibTrans" cxnId="{9E10836A-67E1-49C6-AC79-89B681C65847}">
      <dgm:prSet/>
      <dgm:spPr/>
      <dgm:t>
        <a:bodyPr/>
        <a:lstStyle/>
        <a:p>
          <a:endParaRPr lang="en-US"/>
        </a:p>
      </dgm:t>
    </dgm:pt>
    <dgm:pt modelId="{A224DA1E-7B99-4D95-9A07-78784AADE1E8}">
      <dgm:prSet/>
      <dgm:spPr/>
      <dgm:t>
        <a:bodyPr/>
        <a:lstStyle/>
        <a:p>
          <a:r>
            <a:rPr lang="en-US"/>
            <a:t>One hand rule</a:t>
          </a:r>
        </a:p>
      </dgm:t>
    </dgm:pt>
    <dgm:pt modelId="{B5B4BC59-6029-4294-86A5-D9A83C29C9F8}" type="parTrans" cxnId="{782E43C7-4B7C-4451-B00E-5085D05E9EE7}">
      <dgm:prSet/>
      <dgm:spPr/>
      <dgm:t>
        <a:bodyPr/>
        <a:lstStyle/>
        <a:p>
          <a:endParaRPr lang="en-US"/>
        </a:p>
      </dgm:t>
    </dgm:pt>
    <dgm:pt modelId="{4C92E275-C5B8-4645-9CAA-83340B25DB5A}" type="sibTrans" cxnId="{782E43C7-4B7C-4451-B00E-5085D05E9EE7}">
      <dgm:prSet/>
      <dgm:spPr/>
      <dgm:t>
        <a:bodyPr/>
        <a:lstStyle/>
        <a:p>
          <a:endParaRPr lang="en-US"/>
        </a:p>
      </dgm:t>
    </dgm:pt>
    <dgm:pt modelId="{4F38F8E3-92A3-440D-B7E1-5097A985ADFE}">
      <dgm:prSet/>
      <dgm:spPr/>
      <dgm:t>
        <a:bodyPr/>
        <a:lstStyle/>
        <a:p>
          <a:r>
            <a:rPr lang="en-US"/>
            <a:t>Radioactive substances</a:t>
          </a:r>
        </a:p>
      </dgm:t>
    </dgm:pt>
    <dgm:pt modelId="{2DB714A7-3E5A-4960-A696-0039B147405D}" type="parTrans" cxnId="{8C990577-109D-4BB6-BE87-A378DFC0980E}">
      <dgm:prSet/>
      <dgm:spPr/>
      <dgm:t>
        <a:bodyPr/>
        <a:lstStyle/>
        <a:p>
          <a:endParaRPr lang="en-US"/>
        </a:p>
      </dgm:t>
    </dgm:pt>
    <dgm:pt modelId="{02293FE0-6C01-4E0A-A94B-220E87FA9ADA}" type="sibTrans" cxnId="{8C990577-109D-4BB6-BE87-A378DFC0980E}">
      <dgm:prSet/>
      <dgm:spPr/>
      <dgm:t>
        <a:bodyPr/>
        <a:lstStyle/>
        <a:p>
          <a:endParaRPr lang="en-US"/>
        </a:p>
      </dgm:t>
    </dgm:pt>
    <dgm:pt modelId="{AD83DF90-65F1-4009-9D7C-99A21DAAACC7}">
      <dgm:prSet/>
      <dgm:spPr/>
      <dgm:t>
        <a:bodyPr/>
        <a:lstStyle/>
        <a:p>
          <a:r>
            <a:rPr lang="en-US"/>
            <a:t>Minimizing contact</a:t>
          </a:r>
        </a:p>
      </dgm:t>
    </dgm:pt>
    <dgm:pt modelId="{1AEB412C-2389-4FC7-A7C0-A6D72E92099E}" type="parTrans" cxnId="{C01E4499-99E9-4CE8-BD26-F3F584439CC2}">
      <dgm:prSet/>
      <dgm:spPr/>
      <dgm:t>
        <a:bodyPr/>
        <a:lstStyle/>
        <a:p>
          <a:endParaRPr lang="en-US"/>
        </a:p>
      </dgm:t>
    </dgm:pt>
    <dgm:pt modelId="{59802DE8-675E-4330-8089-30F94412461F}" type="sibTrans" cxnId="{C01E4499-99E9-4CE8-BD26-F3F584439CC2}">
      <dgm:prSet/>
      <dgm:spPr/>
      <dgm:t>
        <a:bodyPr/>
        <a:lstStyle/>
        <a:p>
          <a:endParaRPr lang="en-US"/>
        </a:p>
      </dgm:t>
    </dgm:pt>
    <dgm:pt modelId="{B1807B62-A1D8-41F2-BF0B-B66B62F83F77}">
      <dgm:prSet/>
      <dgm:spPr/>
      <dgm:t>
        <a:bodyPr/>
        <a:lstStyle/>
        <a:p>
          <a:r>
            <a:rPr lang="en-US" dirty="0"/>
            <a:t>Safe/small sources</a:t>
          </a:r>
        </a:p>
      </dgm:t>
    </dgm:pt>
    <dgm:pt modelId="{EB87F132-6916-48D7-8135-2F9527393EDC}" type="parTrans" cxnId="{6AADAD0A-17FA-49E2-9F27-A3B2A6E62C9C}">
      <dgm:prSet/>
      <dgm:spPr/>
      <dgm:t>
        <a:bodyPr/>
        <a:lstStyle/>
        <a:p>
          <a:endParaRPr lang="en-US"/>
        </a:p>
      </dgm:t>
    </dgm:pt>
    <dgm:pt modelId="{3B6BE415-3B2A-4A52-947C-615E7EF85669}" type="sibTrans" cxnId="{6AADAD0A-17FA-49E2-9F27-A3B2A6E62C9C}">
      <dgm:prSet/>
      <dgm:spPr/>
      <dgm:t>
        <a:bodyPr/>
        <a:lstStyle/>
        <a:p>
          <a:endParaRPr lang="en-US"/>
        </a:p>
      </dgm:t>
    </dgm:pt>
    <dgm:pt modelId="{EBA4AA1A-28FD-4D39-A15A-1D60ED1E6F5D}" type="pres">
      <dgm:prSet presAssocID="{AC2BCD73-7D1E-4656-97AC-2A64AE9A1498}" presName="Name0" presStyleCnt="0">
        <dgm:presLayoutVars>
          <dgm:dir/>
          <dgm:animLvl val="lvl"/>
          <dgm:resizeHandles val="exact"/>
        </dgm:presLayoutVars>
      </dgm:prSet>
      <dgm:spPr/>
    </dgm:pt>
    <dgm:pt modelId="{5BBB116E-CA52-4476-BB2F-F70C8A6D41D2}" type="pres">
      <dgm:prSet presAssocID="{7E72AD8B-EE85-41F4-A245-5BC65AD1547D}" presName="linNode" presStyleCnt="0"/>
      <dgm:spPr/>
    </dgm:pt>
    <dgm:pt modelId="{3EEEC446-2EBF-4E39-8A58-CDBFFE75624E}" type="pres">
      <dgm:prSet presAssocID="{7E72AD8B-EE85-41F4-A245-5BC65AD1547D}" presName="parentText" presStyleLbl="node1" presStyleIdx="0" presStyleCnt="2">
        <dgm:presLayoutVars>
          <dgm:chMax val="1"/>
          <dgm:bulletEnabled val="1"/>
        </dgm:presLayoutVars>
      </dgm:prSet>
      <dgm:spPr/>
    </dgm:pt>
    <dgm:pt modelId="{2E5439BE-32A1-4945-A8FA-88E347562596}" type="pres">
      <dgm:prSet presAssocID="{7E72AD8B-EE85-41F4-A245-5BC65AD1547D}" presName="descendantText" presStyleLbl="alignAccFollowNode1" presStyleIdx="0" presStyleCnt="2">
        <dgm:presLayoutVars>
          <dgm:bulletEnabled val="1"/>
        </dgm:presLayoutVars>
      </dgm:prSet>
      <dgm:spPr/>
    </dgm:pt>
    <dgm:pt modelId="{BE877A2D-60F6-459D-A8C0-98479596A5A9}" type="pres">
      <dgm:prSet presAssocID="{404D19AE-EFC0-420E-B1FF-1E43B705A64F}" presName="sp" presStyleCnt="0"/>
      <dgm:spPr/>
    </dgm:pt>
    <dgm:pt modelId="{30BC702B-328A-4B1D-BD96-8EC3E181052F}" type="pres">
      <dgm:prSet presAssocID="{4F38F8E3-92A3-440D-B7E1-5097A985ADFE}" presName="linNode" presStyleCnt="0"/>
      <dgm:spPr/>
    </dgm:pt>
    <dgm:pt modelId="{8696F697-CFCC-40D0-9729-971E03E9A896}" type="pres">
      <dgm:prSet presAssocID="{4F38F8E3-92A3-440D-B7E1-5097A985ADFE}" presName="parentText" presStyleLbl="node1" presStyleIdx="1" presStyleCnt="2">
        <dgm:presLayoutVars>
          <dgm:chMax val="1"/>
          <dgm:bulletEnabled val="1"/>
        </dgm:presLayoutVars>
      </dgm:prSet>
      <dgm:spPr/>
    </dgm:pt>
    <dgm:pt modelId="{80027F90-39E8-46C9-A840-E18896667AC6}" type="pres">
      <dgm:prSet presAssocID="{4F38F8E3-92A3-440D-B7E1-5097A985ADFE}" presName="descendantText" presStyleLbl="alignAccFollowNode1" presStyleIdx="1" presStyleCnt="2">
        <dgm:presLayoutVars>
          <dgm:bulletEnabled val="1"/>
        </dgm:presLayoutVars>
      </dgm:prSet>
      <dgm:spPr/>
    </dgm:pt>
  </dgm:ptLst>
  <dgm:cxnLst>
    <dgm:cxn modelId="{6AADAD0A-17FA-49E2-9F27-A3B2A6E62C9C}" srcId="{4F38F8E3-92A3-440D-B7E1-5097A985ADFE}" destId="{B1807B62-A1D8-41F2-BF0B-B66B62F83F77}" srcOrd="1" destOrd="0" parTransId="{EB87F132-6916-48D7-8135-2F9527393EDC}" sibTransId="{3B6BE415-3B2A-4A52-947C-615E7EF85669}"/>
    <dgm:cxn modelId="{8AF34E1A-790B-4CB5-B6B0-0C098FA24018}" type="presOf" srcId="{7E72AD8B-EE85-41F4-A245-5BC65AD1547D}" destId="{3EEEC446-2EBF-4E39-8A58-CDBFFE75624E}" srcOrd="0" destOrd="0" presId="urn:microsoft.com/office/officeart/2005/8/layout/vList5"/>
    <dgm:cxn modelId="{CBB7D440-2606-48A0-8CFA-18D18D3121AF}" type="presOf" srcId="{A224DA1E-7B99-4D95-9A07-78784AADE1E8}" destId="{2E5439BE-32A1-4945-A8FA-88E347562596}" srcOrd="0" destOrd="1" presId="urn:microsoft.com/office/officeart/2005/8/layout/vList5"/>
    <dgm:cxn modelId="{A272E862-5736-46FD-B71E-59D9099850A3}" type="presOf" srcId="{AC2BCD73-7D1E-4656-97AC-2A64AE9A1498}" destId="{EBA4AA1A-28FD-4D39-A15A-1D60ED1E6F5D}" srcOrd="0" destOrd="0" presId="urn:microsoft.com/office/officeart/2005/8/layout/vList5"/>
    <dgm:cxn modelId="{FC894E67-21C2-46D7-A7EF-286E01478212}" srcId="{AC2BCD73-7D1E-4656-97AC-2A64AE9A1498}" destId="{7E72AD8B-EE85-41F4-A245-5BC65AD1547D}" srcOrd="0" destOrd="0" parTransId="{539521A1-7A4E-4B4C-BB0C-08E9237FEB66}" sibTransId="{404D19AE-EFC0-420E-B1FF-1E43B705A64F}"/>
    <dgm:cxn modelId="{9E10836A-67E1-49C6-AC79-89B681C65847}" srcId="{7E72AD8B-EE85-41F4-A245-5BC65AD1547D}" destId="{6257135E-33CB-4527-BF9D-E6AC2FF7A845}" srcOrd="0" destOrd="0" parTransId="{2BC3A354-AD3E-4286-ACD1-46D7FD26283D}" sibTransId="{33876B82-32E3-4F93-9992-70E228302514}"/>
    <dgm:cxn modelId="{8C990577-109D-4BB6-BE87-A378DFC0980E}" srcId="{AC2BCD73-7D1E-4656-97AC-2A64AE9A1498}" destId="{4F38F8E3-92A3-440D-B7E1-5097A985ADFE}" srcOrd="1" destOrd="0" parTransId="{2DB714A7-3E5A-4960-A696-0039B147405D}" sibTransId="{02293FE0-6C01-4E0A-A94B-220E87FA9ADA}"/>
    <dgm:cxn modelId="{AF36788F-7C9B-415B-B831-A0F74DF0B88B}" type="presOf" srcId="{AD83DF90-65F1-4009-9D7C-99A21DAAACC7}" destId="{80027F90-39E8-46C9-A840-E18896667AC6}" srcOrd="0" destOrd="0" presId="urn:microsoft.com/office/officeart/2005/8/layout/vList5"/>
    <dgm:cxn modelId="{C01E4499-99E9-4CE8-BD26-F3F584439CC2}" srcId="{4F38F8E3-92A3-440D-B7E1-5097A985ADFE}" destId="{AD83DF90-65F1-4009-9D7C-99A21DAAACC7}" srcOrd="0" destOrd="0" parTransId="{1AEB412C-2389-4FC7-A7C0-A6D72E92099E}" sibTransId="{59802DE8-675E-4330-8089-30F94412461F}"/>
    <dgm:cxn modelId="{3234F29E-69E2-4628-A609-750CD7825681}" type="presOf" srcId="{B1807B62-A1D8-41F2-BF0B-B66B62F83F77}" destId="{80027F90-39E8-46C9-A840-E18896667AC6}" srcOrd="0" destOrd="1" presId="urn:microsoft.com/office/officeart/2005/8/layout/vList5"/>
    <dgm:cxn modelId="{2EAAC5AB-EC21-40A9-BE6B-18712C863792}" type="presOf" srcId="{4F38F8E3-92A3-440D-B7E1-5097A985ADFE}" destId="{8696F697-CFCC-40D0-9729-971E03E9A896}" srcOrd="0" destOrd="0" presId="urn:microsoft.com/office/officeart/2005/8/layout/vList5"/>
    <dgm:cxn modelId="{E972C8BC-D134-4629-9755-4D1297963A2D}" type="presOf" srcId="{6257135E-33CB-4527-BF9D-E6AC2FF7A845}" destId="{2E5439BE-32A1-4945-A8FA-88E347562596}" srcOrd="0" destOrd="0" presId="urn:microsoft.com/office/officeart/2005/8/layout/vList5"/>
    <dgm:cxn modelId="{782E43C7-4B7C-4451-B00E-5085D05E9EE7}" srcId="{7E72AD8B-EE85-41F4-A245-5BC65AD1547D}" destId="{A224DA1E-7B99-4D95-9A07-78784AADE1E8}" srcOrd="1" destOrd="0" parTransId="{B5B4BC59-6029-4294-86A5-D9A83C29C9F8}" sibTransId="{4C92E275-C5B8-4645-9CAA-83340B25DB5A}"/>
    <dgm:cxn modelId="{9EF49840-7693-4E01-8A95-D12972211BC5}" type="presParOf" srcId="{EBA4AA1A-28FD-4D39-A15A-1D60ED1E6F5D}" destId="{5BBB116E-CA52-4476-BB2F-F70C8A6D41D2}" srcOrd="0" destOrd="0" presId="urn:microsoft.com/office/officeart/2005/8/layout/vList5"/>
    <dgm:cxn modelId="{0E2A9E10-F155-4B59-B29E-E0D73E053DB3}" type="presParOf" srcId="{5BBB116E-CA52-4476-BB2F-F70C8A6D41D2}" destId="{3EEEC446-2EBF-4E39-8A58-CDBFFE75624E}" srcOrd="0" destOrd="0" presId="urn:microsoft.com/office/officeart/2005/8/layout/vList5"/>
    <dgm:cxn modelId="{A5ADDC4D-58D1-43B3-873D-0543D70DF11D}" type="presParOf" srcId="{5BBB116E-CA52-4476-BB2F-F70C8A6D41D2}" destId="{2E5439BE-32A1-4945-A8FA-88E347562596}" srcOrd="1" destOrd="0" presId="urn:microsoft.com/office/officeart/2005/8/layout/vList5"/>
    <dgm:cxn modelId="{C7E53C49-70F2-4C4D-9380-ECFE1076491D}" type="presParOf" srcId="{EBA4AA1A-28FD-4D39-A15A-1D60ED1E6F5D}" destId="{BE877A2D-60F6-459D-A8C0-98479596A5A9}" srcOrd="1" destOrd="0" presId="urn:microsoft.com/office/officeart/2005/8/layout/vList5"/>
    <dgm:cxn modelId="{B4A7C9EF-0980-44B4-B4B9-90628A3C60FC}" type="presParOf" srcId="{EBA4AA1A-28FD-4D39-A15A-1D60ED1E6F5D}" destId="{30BC702B-328A-4B1D-BD96-8EC3E181052F}" srcOrd="2" destOrd="0" presId="urn:microsoft.com/office/officeart/2005/8/layout/vList5"/>
    <dgm:cxn modelId="{35C88341-FB2C-4E05-B3DD-A0F87DD16BB7}" type="presParOf" srcId="{30BC702B-328A-4B1D-BD96-8EC3E181052F}" destId="{8696F697-CFCC-40D0-9729-971E03E9A896}" srcOrd="0" destOrd="0" presId="urn:microsoft.com/office/officeart/2005/8/layout/vList5"/>
    <dgm:cxn modelId="{9A0E7841-CCC9-4DF9-9D6D-C65EBD97FA52}" type="presParOf" srcId="{30BC702B-328A-4B1D-BD96-8EC3E181052F}" destId="{80027F90-39E8-46C9-A840-E18896667AC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BD67E5-6C1C-4DE1-A057-36AC005D446C}" type="doc">
      <dgm:prSet loTypeId="urn:microsoft.com/office/officeart/2016/7/layout/BasicLinearProcessNumbered" loCatId="process" qsTypeId="urn:microsoft.com/office/officeart/2005/8/quickstyle/simple4" qsCatId="simple" csTypeId="urn:microsoft.com/office/officeart/2005/8/colors/colorful5" csCatId="colorful"/>
      <dgm:spPr/>
      <dgm:t>
        <a:bodyPr/>
        <a:lstStyle/>
        <a:p>
          <a:endParaRPr lang="en-US"/>
        </a:p>
      </dgm:t>
    </dgm:pt>
    <dgm:pt modelId="{4E66D615-4646-4061-8A3F-0528AA044D0C}">
      <dgm:prSet/>
      <dgm:spPr/>
      <dgm:t>
        <a:bodyPr/>
        <a:lstStyle/>
        <a:p>
          <a:r>
            <a:rPr lang="en-US"/>
            <a:t>First: Trigger mechanism</a:t>
          </a:r>
        </a:p>
      </dgm:t>
    </dgm:pt>
    <dgm:pt modelId="{D19B7999-1EBE-4DB2-BD22-3D2B15C7C418}" type="parTrans" cxnId="{195E24B7-4BB3-4C78-A160-9446CA50527F}">
      <dgm:prSet/>
      <dgm:spPr/>
      <dgm:t>
        <a:bodyPr/>
        <a:lstStyle/>
        <a:p>
          <a:endParaRPr lang="en-US"/>
        </a:p>
      </dgm:t>
    </dgm:pt>
    <dgm:pt modelId="{1D19E1CB-38B6-4C8A-9836-4C48FBCC99DE}" type="sibTrans" cxnId="{195E24B7-4BB3-4C78-A160-9446CA50527F}">
      <dgm:prSet phldrT="1" phldr="0"/>
      <dgm:spPr/>
      <dgm:t>
        <a:bodyPr/>
        <a:lstStyle/>
        <a:p>
          <a:r>
            <a:rPr lang="en-US"/>
            <a:t>1</a:t>
          </a:r>
        </a:p>
      </dgm:t>
    </dgm:pt>
    <dgm:pt modelId="{5EA94B75-30EA-4BD1-A619-FFA832FF4E51}">
      <dgm:prSet/>
      <dgm:spPr/>
      <dgm:t>
        <a:bodyPr/>
        <a:lstStyle/>
        <a:p>
          <a:r>
            <a:rPr lang="en-US"/>
            <a:t>Second: Audio system </a:t>
          </a:r>
        </a:p>
      </dgm:t>
    </dgm:pt>
    <dgm:pt modelId="{A090A83A-6C0F-460D-B1D1-89C3FC7F3B9F}" type="parTrans" cxnId="{37DC5876-8654-4D19-9464-57247C9E8F6E}">
      <dgm:prSet/>
      <dgm:spPr/>
      <dgm:t>
        <a:bodyPr/>
        <a:lstStyle/>
        <a:p>
          <a:endParaRPr lang="en-US"/>
        </a:p>
      </dgm:t>
    </dgm:pt>
    <dgm:pt modelId="{4882B6EC-AC9C-4CA1-8E92-4DFD267B1BCE}" type="sibTrans" cxnId="{37DC5876-8654-4D19-9464-57247C9E8F6E}">
      <dgm:prSet phldrT="2" phldr="0"/>
      <dgm:spPr/>
      <dgm:t>
        <a:bodyPr/>
        <a:lstStyle/>
        <a:p>
          <a:r>
            <a:rPr lang="en-US"/>
            <a:t>2</a:t>
          </a:r>
        </a:p>
      </dgm:t>
    </dgm:pt>
    <dgm:pt modelId="{2F120CDE-7D89-404D-A39D-1F40DFD673B4}">
      <dgm:prSet/>
      <dgm:spPr/>
      <dgm:t>
        <a:bodyPr/>
        <a:lstStyle/>
        <a:p>
          <a:r>
            <a:rPr lang="en-US"/>
            <a:t>Last: High voltage dc – dc converter</a:t>
          </a:r>
        </a:p>
      </dgm:t>
    </dgm:pt>
    <dgm:pt modelId="{916FE581-3E94-4AFB-B84C-5F8EA5F6B1DE}" type="parTrans" cxnId="{92682D3F-68A0-4F74-983D-7380FF7753F9}">
      <dgm:prSet/>
      <dgm:spPr/>
      <dgm:t>
        <a:bodyPr/>
        <a:lstStyle/>
        <a:p>
          <a:endParaRPr lang="en-US"/>
        </a:p>
      </dgm:t>
    </dgm:pt>
    <dgm:pt modelId="{2D90A6EA-247A-4FE5-93D1-0324887F8AD2}" type="sibTrans" cxnId="{92682D3F-68A0-4F74-983D-7380FF7753F9}">
      <dgm:prSet phldrT="3" phldr="0"/>
      <dgm:spPr/>
      <dgm:t>
        <a:bodyPr/>
        <a:lstStyle/>
        <a:p>
          <a:r>
            <a:rPr lang="en-US"/>
            <a:t>3</a:t>
          </a:r>
        </a:p>
      </dgm:t>
    </dgm:pt>
    <dgm:pt modelId="{597969C9-35AF-4049-BDE6-CBC49638B2B2}" type="pres">
      <dgm:prSet presAssocID="{F8BD67E5-6C1C-4DE1-A057-36AC005D446C}" presName="Name0" presStyleCnt="0">
        <dgm:presLayoutVars>
          <dgm:animLvl val="lvl"/>
          <dgm:resizeHandles val="exact"/>
        </dgm:presLayoutVars>
      </dgm:prSet>
      <dgm:spPr/>
    </dgm:pt>
    <dgm:pt modelId="{163DA008-C719-4E70-A76B-9176BA22F377}" type="pres">
      <dgm:prSet presAssocID="{4E66D615-4646-4061-8A3F-0528AA044D0C}" presName="compositeNode" presStyleCnt="0">
        <dgm:presLayoutVars>
          <dgm:bulletEnabled val="1"/>
        </dgm:presLayoutVars>
      </dgm:prSet>
      <dgm:spPr/>
    </dgm:pt>
    <dgm:pt modelId="{1A3A1CD7-C6CC-41E6-BCC2-9A0449A19B55}" type="pres">
      <dgm:prSet presAssocID="{4E66D615-4646-4061-8A3F-0528AA044D0C}" presName="bgRect" presStyleLbl="bgAccFollowNode1" presStyleIdx="0" presStyleCnt="3"/>
      <dgm:spPr/>
    </dgm:pt>
    <dgm:pt modelId="{A3DD5421-0615-497E-90EE-44C6DE03BBBB}" type="pres">
      <dgm:prSet presAssocID="{1D19E1CB-38B6-4C8A-9836-4C48FBCC99DE}" presName="sibTransNodeCircle" presStyleLbl="alignNode1" presStyleIdx="0" presStyleCnt="6">
        <dgm:presLayoutVars>
          <dgm:chMax val="0"/>
          <dgm:bulletEnabled/>
        </dgm:presLayoutVars>
      </dgm:prSet>
      <dgm:spPr/>
    </dgm:pt>
    <dgm:pt modelId="{11AE441D-FCBD-4645-973C-F77B2489D32D}" type="pres">
      <dgm:prSet presAssocID="{4E66D615-4646-4061-8A3F-0528AA044D0C}" presName="bottomLine" presStyleLbl="alignNode1" presStyleIdx="1" presStyleCnt="6">
        <dgm:presLayoutVars/>
      </dgm:prSet>
      <dgm:spPr/>
    </dgm:pt>
    <dgm:pt modelId="{FFE38522-7F3B-4DCC-AD87-71E3DE88CC7C}" type="pres">
      <dgm:prSet presAssocID="{4E66D615-4646-4061-8A3F-0528AA044D0C}" presName="nodeText" presStyleLbl="bgAccFollowNode1" presStyleIdx="0" presStyleCnt="3">
        <dgm:presLayoutVars>
          <dgm:bulletEnabled val="1"/>
        </dgm:presLayoutVars>
      </dgm:prSet>
      <dgm:spPr/>
    </dgm:pt>
    <dgm:pt modelId="{4A10694B-7DBE-434F-80B4-4CFFF1FCF961}" type="pres">
      <dgm:prSet presAssocID="{1D19E1CB-38B6-4C8A-9836-4C48FBCC99DE}" presName="sibTrans" presStyleCnt="0"/>
      <dgm:spPr/>
    </dgm:pt>
    <dgm:pt modelId="{CB734D18-E5F8-4F7C-B17B-042EA62EE0A9}" type="pres">
      <dgm:prSet presAssocID="{5EA94B75-30EA-4BD1-A619-FFA832FF4E51}" presName="compositeNode" presStyleCnt="0">
        <dgm:presLayoutVars>
          <dgm:bulletEnabled val="1"/>
        </dgm:presLayoutVars>
      </dgm:prSet>
      <dgm:spPr/>
    </dgm:pt>
    <dgm:pt modelId="{EFFB3CAE-F64D-49E1-A3C6-BC4C6FD1A5D3}" type="pres">
      <dgm:prSet presAssocID="{5EA94B75-30EA-4BD1-A619-FFA832FF4E51}" presName="bgRect" presStyleLbl="bgAccFollowNode1" presStyleIdx="1" presStyleCnt="3"/>
      <dgm:spPr/>
    </dgm:pt>
    <dgm:pt modelId="{C9EF0FD6-B506-48C2-9316-F2C176630B39}" type="pres">
      <dgm:prSet presAssocID="{4882B6EC-AC9C-4CA1-8E92-4DFD267B1BCE}" presName="sibTransNodeCircle" presStyleLbl="alignNode1" presStyleIdx="2" presStyleCnt="6">
        <dgm:presLayoutVars>
          <dgm:chMax val="0"/>
          <dgm:bulletEnabled/>
        </dgm:presLayoutVars>
      </dgm:prSet>
      <dgm:spPr/>
    </dgm:pt>
    <dgm:pt modelId="{03CCE55F-8B76-4554-988D-77020ECAF7AF}" type="pres">
      <dgm:prSet presAssocID="{5EA94B75-30EA-4BD1-A619-FFA832FF4E51}" presName="bottomLine" presStyleLbl="alignNode1" presStyleIdx="3" presStyleCnt="6">
        <dgm:presLayoutVars/>
      </dgm:prSet>
      <dgm:spPr/>
    </dgm:pt>
    <dgm:pt modelId="{58FDDFAE-3C0A-43FC-B265-118150BF14B3}" type="pres">
      <dgm:prSet presAssocID="{5EA94B75-30EA-4BD1-A619-FFA832FF4E51}" presName="nodeText" presStyleLbl="bgAccFollowNode1" presStyleIdx="1" presStyleCnt="3">
        <dgm:presLayoutVars>
          <dgm:bulletEnabled val="1"/>
        </dgm:presLayoutVars>
      </dgm:prSet>
      <dgm:spPr/>
    </dgm:pt>
    <dgm:pt modelId="{B7DF7CF9-0DA0-4874-B8E7-E426EA5A4B1A}" type="pres">
      <dgm:prSet presAssocID="{4882B6EC-AC9C-4CA1-8E92-4DFD267B1BCE}" presName="sibTrans" presStyleCnt="0"/>
      <dgm:spPr/>
    </dgm:pt>
    <dgm:pt modelId="{07E2F019-1E89-4FC4-9FA3-A49F5CEC73C2}" type="pres">
      <dgm:prSet presAssocID="{2F120CDE-7D89-404D-A39D-1F40DFD673B4}" presName="compositeNode" presStyleCnt="0">
        <dgm:presLayoutVars>
          <dgm:bulletEnabled val="1"/>
        </dgm:presLayoutVars>
      </dgm:prSet>
      <dgm:spPr/>
    </dgm:pt>
    <dgm:pt modelId="{9DCD581D-CFB4-43A6-8A8D-C650ADC73749}" type="pres">
      <dgm:prSet presAssocID="{2F120CDE-7D89-404D-A39D-1F40DFD673B4}" presName="bgRect" presStyleLbl="bgAccFollowNode1" presStyleIdx="2" presStyleCnt="3"/>
      <dgm:spPr/>
    </dgm:pt>
    <dgm:pt modelId="{2EC1AF6A-A7D7-4C4F-8723-3214D9F043CE}" type="pres">
      <dgm:prSet presAssocID="{2D90A6EA-247A-4FE5-93D1-0324887F8AD2}" presName="sibTransNodeCircle" presStyleLbl="alignNode1" presStyleIdx="4" presStyleCnt="6">
        <dgm:presLayoutVars>
          <dgm:chMax val="0"/>
          <dgm:bulletEnabled/>
        </dgm:presLayoutVars>
      </dgm:prSet>
      <dgm:spPr/>
    </dgm:pt>
    <dgm:pt modelId="{DF49A6FA-8A93-434B-9600-3631F1E6267D}" type="pres">
      <dgm:prSet presAssocID="{2F120CDE-7D89-404D-A39D-1F40DFD673B4}" presName="bottomLine" presStyleLbl="alignNode1" presStyleIdx="5" presStyleCnt="6">
        <dgm:presLayoutVars/>
      </dgm:prSet>
      <dgm:spPr/>
    </dgm:pt>
    <dgm:pt modelId="{23CEBBC7-4255-4BB0-B55F-2F724AC71536}" type="pres">
      <dgm:prSet presAssocID="{2F120CDE-7D89-404D-A39D-1F40DFD673B4}" presName="nodeText" presStyleLbl="bgAccFollowNode1" presStyleIdx="2" presStyleCnt="3">
        <dgm:presLayoutVars>
          <dgm:bulletEnabled val="1"/>
        </dgm:presLayoutVars>
      </dgm:prSet>
      <dgm:spPr/>
    </dgm:pt>
  </dgm:ptLst>
  <dgm:cxnLst>
    <dgm:cxn modelId="{C0E15F10-E53F-4629-AD30-7EF59D1A2CF3}" type="presOf" srcId="{4E66D615-4646-4061-8A3F-0528AA044D0C}" destId="{1A3A1CD7-C6CC-41E6-BCC2-9A0449A19B55}" srcOrd="0" destOrd="0" presId="urn:microsoft.com/office/officeart/2016/7/layout/BasicLinearProcessNumbered"/>
    <dgm:cxn modelId="{D55EEE1B-DEB9-4F65-B327-4E068C945F35}" type="presOf" srcId="{4E66D615-4646-4061-8A3F-0528AA044D0C}" destId="{FFE38522-7F3B-4DCC-AD87-71E3DE88CC7C}" srcOrd="1" destOrd="0" presId="urn:microsoft.com/office/officeart/2016/7/layout/BasicLinearProcessNumbered"/>
    <dgm:cxn modelId="{07A8DE1C-62C7-41DA-B086-5419D3B20B2B}" type="presOf" srcId="{5EA94B75-30EA-4BD1-A619-FFA832FF4E51}" destId="{58FDDFAE-3C0A-43FC-B265-118150BF14B3}" srcOrd="1" destOrd="0" presId="urn:microsoft.com/office/officeart/2016/7/layout/BasicLinearProcessNumbered"/>
    <dgm:cxn modelId="{92682D3F-68A0-4F74-983D-7380FF7753F9}" srcId="{F8BD67E5-6C1C-4DE1-A057-36AC005D446C}" destId="{2F120CDE-7D89-404D-A39D-1F40DFD673B4}" srcOrd="2" destOrd="0" parTransId="{916FE581-3E94-4AFB-B84C-5F8EA5F6B1DE}" sibTransId="{2D90A6EA-247A-4FE5-93D1-0324887F8AD2}"/>
    <dgm:cxn modelId="{51ADF840-C097-46A2-AFA5-1166B765D5AC}" type="presOf" srcId="{4882B6EC-AC9C-4CA1-8E92-4DFD267B1BCE}" destId="{C9EF0FD6-B506-48C2-9316-F2C176630B39}" srcOrd="0" destOrd="0" presId="urn:microsoft.com/office/officeart/2016/7/layout/BasicLinearProcessNumbered"/>
    <dgm:cxn modelId="{49F91756-9F3B-453E-B737-1C218D501703}" type="presOf" srcId="{2F120CDE-7D89-404D-A39D-1F40DFD673B4}" destId="{23CEBBC7-4255-4BB0-B55F-2F724AC71536}" srcOrd="1" destOrd="0" presId="urn:microsoft.com/office/officeart/2016/7/layout/BasicLinearProcessNumbered"/>
    <dgm:cxn modelId="{37DC5876-8654-4D19-9464-57247C9E8F6E}" srcId="{F8BD67E5-6C1C-4DE1-A057-36AC005D446C}" destId="{5EA94B75-30EA-4BD1-A619-FFA832FF4E51}" srcOrd="1" destOrd="0" parTransId="{A090A83A-6C0F-460D-B1D1-89C3FC7F3B9F}" sibTransId="{4882B6EC-AC9C-4CA1-8E92-4DFD267B1BCE}"/>
    <dgm:cxn modelId="{BA8EB2A5-E716-4AC0-9359-A955CC2E5F1F}" type="presOf" srcId="{2F120CDE-7D89-404D-A39D-1F40DFD673B4}" destId="{9DCD581D-CFB4-43A6-8A8D-C650ADC73749}" srcOrd="0" destOrd="0" presId="urn:microsoft.com/office/officeart/2016/7/layout/BasicLinearProcessNumbered"/>
    <dgm:cxn modelId="{195E24B7-4BB3-4C78-A160-9446CA50527F}" srcId="{F8BD67E5-6C1C-4DE1-A057-36AC005D446C}" destId="{4E66D615-4646-4061-8A3F-0528AA044D0C}" srcOrd="0" destOrd="0" parTransId="{D19B7999-1EBE-4DB2-BD22-3D2B15C7C418}" sibTransId="{1D19E1CB-38B6-4C8A-9836-4C48FBCC99DE}"/>
    <dgm:cxn modelId="{15AA43C1-8F60-454F-9E7A-4F4AF3161994}" type="presOf" srcId="{5EA94B75-30EA-4BD1-A619-FFA832FF4E51}" destId="{EFFB3CAE-F64D-49E1-A3C6-BC4C6FD1A5D3}" srcOrd="0" destOrd="0" presId="urn:microsoft.com/office/officeart/2016/7/layout/BasicLinearProcessNumbered"/>
    <dgm:cxn modelId="{87E394C2-BFE7-4991-9538-6FA7BA8E1263}" type="presOf" srcId="{1D19E1CB-38B6-4C8A-9836-4C48FBCC99DE}" destId="{A3DD5421-0615-497E-90EE-44C6DE03BBBB}" srcOrd="0" destOrd="0" presId="urn:microsoft.com/office/officeart/2016/7/layout/BasicLinearProcessNumbered"/>
    <dgm:cxn modelId="{E4FE16C4-9631-41AE-8C67-EF0451E2B0F4}" type="presOf" srcId="{2D90A6EA-247A-4FE5-93D1-0324887F8AD2}" destId="{2EC1AF6A-A7D7-4C4F-8723-3214D9F043CE}" srcOrd="0" destOrd="0" presId="urn:microsoft.com/office/officeart/2016/7/layout/BasicLinearProcessNumbered"/>
    <dgm:cxn modelId="{DD87DFDF-7668-4C35-9DD6-C0E38E9CF2C6}" type="presOf" srcId="{F8BD67E5-6C1C-4DE1-A057-36AC005D446C}" destId="{597969C9-35AF-4049-BDE6-CBC49638B2B2}" srcOrd="0" destOrd="0" presId="urn:microsoft.com/office/officeart/2016/7/layout/BasicLinearProcessNumbered"/>
    <dgm:cxn modelId="{552E3033-6084-452A-A895-12A4755D7C4D}" type="presParOf" srcId="{597969C9-35AF-4049-BDE6-CBC49638B2B2}" destId="{163DA008-C719-4E70-A76B-9176BA22F377}" srcOrd="0" destOrd="0" presId="urn:microsoft.com/office/officeart/2016/7/layout/BasicLinearProcessNumbered"/>
    <dgm:cxn modelId="{D666C862-8396-47D3-A0D7-64A62FB6F588}" type="presParOf" srcId="{163DA008-C719-4E70-A76B-9176BA22F377}" destId="{1A3A1CD7-C6CC-41E6-BCC2-9A0449A19B55}" srcOrd="0" destOrd="0" presId="urn:microsoft.com/office/officeart/2016/7/layout/BasicLinearProcessNumbered"/>
    <dgm:cxn modelId="{3551FC1A-3EA8-4641-85D6-B0927204CAE1}" type="presParOf" srcId="{163DA008-C719-4E70-A76B-9176BA22F377}" destId="{A3DD5421-0615-497E-90EE-44C6DE03BBBB}" srcOrd="1" destOrd="0" presId="urn:microsoft.com/office/officeart/2016/7/layout/BasicLinearProcessNumbered"/>
    <dgm:cxn modelId="{091AA771-40DB-469F-B1B5-49A6CCF19439}" type="presParOf" srcId="{163DA008-C719-4E70-A76B-9176BA22F377}" destId="{11AE441D-FCBD-4645-973C-F77B2489D32D}" srcOrd="2" destOrd="0" presId="urn:microsoft.com/office/officeart/2016/7/layout/BasicLinearProcessNumbered"/>
    <dgm:cxn modelId="{278AAAD5-D861-4786-84BF-EB8261BDFA7F}" type="presParOf" srcId="{163DA008-C719-4E70-A76B-9176BA22F377}" destId="{FFE38522-7F3B-4DCC-AD87-71E3DE88CC7C}" srcOrd="3" destOrd="0" presId="urn:microsoft.com/office/officeart/2016/7/layout/BasicLinearProcessNumbered"/>
    <dgm:cxn modelId="{947FAAB2-C286-49D7-A2BB-F1C212F05F25}" type="presParOf" srcId="{597969C9-35AF-4049-BDE6-CBC49638B2B2}" destId="{4A10694B-7DBE-434F-80B4-4CFFF1FCF961}" srcOrd="1" destOrd="0" presId="urn:microsoft.com/office/officeart/2016/7/layout/BasicLinearProcessNumbered"/>
    <dgm:cxn modelId="{505E0A8A-5E4D-4D3C-B3EE-0084B1055C0F}" type="presParOf" srcId="{597969C9-35AF-4049-BDE6-CBC49638B2B2}" destId="{CB734D18-E5F8-4F7C-B17B-042EA62EE0A9}" srcOrd="2" destOrd="0" presId="urn:microsoft.com/office/officeart/2016/7/layout/BasicLinearProcessNumbered"/>
    <dgm:cxn modelId="{804F93B4-3717-4C35-ABCD-E416C002B288}" type="presParOf" srcId="{CB734D18-E5F8-4F7C-B17B-042EA62EE0A9}" destId="{EFFB3CAE-F64D-49E1-A3C6-BC4C6FD1A5D3}" srcOrd="0" destOrd="0" presId="urn:microsoft.com/office/officeart/2016/7/layout/BasicLinearProcessNumbered"/>
    <dgm:cxn modelId="{91E7E60E-7AAB-4489-A9B7-6D23BAD2A2F4}" type="presParOf" srcId="{CB734D18-E5F8-4F7C-B17B-042EA62EE0A9}" destId="{C9EF0FD6-B506-48C2-9316-F2C176630B39}" srcOrd="1" destOrd="0" presId="urn:microsoft.com/office/officeart/2016/7/layout/BasicLinearProcessNumbered"/>
    <dgm:cxn modelId="{C3B7ED0F-F5EF-4B65-9FF2-1C340C49DA20}" type="presParOf" srcId="{CB734D18-E5F8-4F7C-B17B-042EA62EE0A9}" destId="{03CCE55F-8B76-4554-988D-77020ECAF7AF}" srcOrd="2" destOrd="0" presId="urn:microsoft.com/office/officeart/2016/7/layout/BasicLinearProcessNumbered"/>
    <dgm:cxn modelId="{C51AC71A-C626-456C-8460-FEB5AF4EBDBB}" type="presParOf" srcId="{CB734D18-E5F8-4F7C-B17B-042EA62EE0A9}" destId="{58FDDFAE-3C0A-43FC-B265-118150BF14B3}" srcOrd="3" destOrd="0" presId="urn:microsoft.com/office/officeart/2016/7/layout/BasicLinearProcessNumbered"/>
    <dgm:cxn modelId="{44091B02-EA48-455E-83AA-DAF81A818245}" type="presParOf" srcId="{597969C9-35AF-4049-BDE6-CBC49638B2B2}" destId="{B7DF7CF9-0DA0-4874-B8E7-E426EA5A4B1A}" srcOrd="3" destOrd="0" presId="urn:microsoft.com/office/officeart/2016/7/layout/BasicLinearProcessNumbered"/>
    <dgm:cxn modelId="{A5B8F866-4E6D-4931-B7C7-A15D79D4D447}" type="presParOf" srcId="{597969C9-35AF-4049-BDE6-CBC49638B2B2}" destId="{07E2F019-1E89-4FC4-9FA3-A49F5CEC73C2}" srcOrd="4" destOrd="0" presId="urn:microsoft.com/office/officeart/2016/7/layout/BasicLinearProcessNumbered"/>
    <dgm:cxn modelId="{A72674EF-92B1-4344-888B-C244E216B6EA}" type="presParOf" srcId="{07E2F019-1E89-4FC4-9FA3-A49F5CEC73C2}" destId="{9DCD581D-CFB4-43A6-8A8D-C650ADC73749}" srcOrd="0" destOrd="0" presId="urn:microsoft.com/office/officeart/2016/7/layout/BasicLinearProcessNumbered"/>
    <dgm:cxn modelId="{F40D5BE9-B1A1-4189-9D95-EEC47F190D8C}" type="presParOf" srcId="{07E2F019-1E89-4FC4-9FA3-A49F5CEC73C2}" destId="{2EC1AF6A-A7D7-4C4F-8723-3214D9F043CE}" srcOrd="1" destOrd="0" presId="urn:microsoft.com/office/officeart/2016/7/layout/BasicLinearProcessNumbered"/>
    <dgm:cxn modelId="{C01E6D1F-2D06-4C01-A109-B51A9F3B746D}" type="presParOf" srcId="{07E2F019-1E89-4FC4-9FA3-A49F5CEC73C2}" destId="{DF49A6FA-8A93-434B-9600-3631F1E6267D}" srcOrd="2" destOrd="0" presId="urn:microsoft.com/office/officeart/2016/7/layout/BasicLinearProcessNumbered"/>
    <dgm:cxn modelId="{BBEB9B45-443E-4490-BBEC-6FAA6A8CCC5B}" type="presParOf" srcId="{07E2F019-1E89-4FC4-9FA3-A49F5CEC73C2}" destId="{23CEBBC7-4255-4BB0-B55F-2F724AC71536}"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5439BE-32A1-4945-A8FA-88E347562596}">
      <dsp:nvSpPr>
        <dsp:cNvPr id="0" name=""/>
        <dsp:cNvSpPr/>
      </dsp:nvSpPr>
      <dsp:spPr>
        <a:xfrm rot="5400000">
          <a:off x="6301587" y="-2303662"/>
          <a:ext cx="1698041"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83820" rIns="167640" bIns="83820" numCol="1" spcCol="1270" anchor="ctr" anchorCtr="0">
          <a:noAutofit/>
        </a:bodyPr>
        <a:lstStyle/>
        <a:p>
          <a:pPr marL="285750" lvl="1" indent="-285750" algn="l" defTabSz="1955800">
            <a:lnSpc>
              <a:spcPct val="90000"/>
            </a:lnSpc>
            <a:spcBef>
              <a:spcPct val="0"/>
            </a:spcBef>
            <a:spcAft>
              <a:spcPct val="15000"/>
            </a:spcAft>
            <a:buChar char="•"/>
          </a:pPr>
          <a:r>
            <a:rPr lang="en-US" sz="4400" kern="1200"/>
            <a:t>Common sence</a:t>
          </a:r>
        </a:p>
        <a:p>
          <a:pPr marL="285750" lvl="1" indent="-285750" algn="l" defTabSz="1955800">
            <a:lnSpc>
              <a:spcPct val="90000"/>
            </a:lnSpc>
            <a:spcBef>
              <a:spcPct val="0"/>
            </a:spcBef>
            <a:spcAft>
              <a:spcPct val="15000"/>
            </a:spcAft>
            <a:buChar char="•"/>
          </a:pPr>
          <a:r>
            <a:rPr lang="en-US" sz="4400" kern="1200"/>
            <a:t>One hand rule</a:t>
          </a:r>
        </a:p>
      </dsp:txBody>
      <dsp:txXfrm rot="-5400000">
        <a:off x="3785616" y="295201"/>
        <a:ext cx="6647092" cy="1532257"/>
      </dsp:txXfrm>
    </dsp:sp>
    <dsp:sp modelId="{3EEEC446-2EBF-4E39-8A58-CDBFFE75624E}">
      <dsp:nvSpPr>
        <dsp:cNvPr id="0" name=""/>
        <dsp:cNvSpPr/>
      </dsp:nvSpPr>
      <dsp:spPr>
        <a:xfrm>
          <a:off x="0" y="53"/>
          <a:ext cx="3785616" cy="212255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a:t>High voltage</a:t>
          </a:r>
        </a:p>
      </dsp:txBody>
      <dsp:txXfrm>
        <a:off x="103614" y="103667"/>
        <a:ext cx="3578388" cy="1915324"/>
      </dsp:txXfrm>
    </dsp:sp>
    <dsp:sp modelId="{80027F90-39E8-46C9-A840-E18896667AC6}">
      <dsp:nvSpPr>
        <dsp:cNvPr id="0" name=""/>
        <dsp:cNvSpPr/>
      </dsp:nvSpPr>
      <dsp:spPr>
        <a:xfrm rot="5400000">
          <a:off x="6301587" y="-74983"/>
          <a:ext cx="1698041"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83820" rIns="167640" bIns="83820" numCol="1" spcCol="1270" anchor="ctr" anchorCtr="0">
          <a:noAutofit/>
        </a:bodyPr>
        <a:lstStyle/>
        <a:p>
          <a:pPr marL="285750" lvl="1" indent="-285750" algn="l" defTabSz="1955800">
            <a:lnSpc>
              <a:spcPct val="90000"/>
            </a:lnSpc>
            <a:spcBef>
              <a:spcPct val="0"/>
            </a:spcBef>
            <a:spcAft>
              <a:spcPct val="15000"/>
            </a:spcAft>
            <a:buChar char="•"/>
          </a:pPr>
          <a:r>
            <a:rPr lang="en-US" sz="4400" kern="1200"/>
            <a:t>Minimizing contact</a:t>
          </a:r>
        </a:p>
        <a:p>
          <a:pPr marL="285750" lvl="1" indent="-285750" algn="l" defTabSz="1955800">
            <a:lnSpc>
              <a:spcPct val="90000"/>
            </a:lnSpc>
            <a:spcBef>
              <a:spcPct val="0"/>
            </a:spcBef>
            <a:spcAft>
              <a:spcPct val="15000"/>
            </a:spcAft>
            <a:buChar char="•"/>
          </a:pPr>
          <a:r>
            <a:rPr lang="en-US" sz="4400" kern="1200" dirty="0"/>
            <a:t>Safe/small sources</a:t>
          </a:r>
        </a:p>
      </dsp:txBody>
      <dsp:txXfrm rot="-5400000">
        <a:off x="3785616" y="2523880"/>
        <a:ext cx="6647092" cy="1532257"/>
      </dsp:txXfrm>
    </dsp:sp>
    <dsp:sp modelId="{8696F697-CFCC-40D0-9729-971E03E9A896}">
      <dsp:nvSpPr>
        <dsp:cNvPr id="0" name=""/>
        <dsp:cNvSpPr/>
      </dsp:nvSpPr>
      <dsp:spPr>
        <a:xfrm>
          <a:off x="0" y="2228732"/>
          <a:ext cx="3785616" cy="212255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a:t>Radioactive substances</a:t>
          </a:r>
        </a:p>
      </dsp:txBody>
      <dsp:txXfrm>
        <a:off x="103614" y="2332346"/>
        <a:ext cx="3578388" cy="19153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A1CD7-C6CC-41E6-BCC2-9A0449A19B55}">
      <dsp:nvSpPr>
        <dsp:cNvPr id="0" name=""/>
        <dsp:cNvSpPr/>
      </dsp:nvSpPr>
      <dsp:spPr>
        <a:xfrm>
          <a:off x="0" y="1268590"/>
          <a:ext cx="2083385" cy="291673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2429" tIns="330200" rIns="162429" bIns="330200" numCol="1" spcCol="1270" anchor="t" anchorCtr="0">
          <a:noAutofit/>
        </a:bodyPr>
        <a:lstStyle/>
        <a:p>
          <a:pPr marL="0" lvl="0" indent="0" algn="l" defTabSz="1111250">
            <a:lnSpc>
              <a:spcPct val="90000"/>
            </a:lnSpc>
            <a:spcBef>
              <a:spcPct val="0"/>
            </a:spcBef>
            <a:spcAft>
              <a:spcPct val="35000"/>
            </a:spcAft>
            <a:buNone/>
          </a:pPr>
          <a:r>
            <a:rPr lang="en-US" sz="2500" kern="1200"/>
            <a:t>First: Trigger mechanism</a:t>
          </a:r>
        </a:p>
      </dsp:txBody>
      <dsp:txXfrm>
        <a:off x="0" y="2376951"/>
        <a:ext cx="2083385" cy="1750043"/>
      </dsp:txXfrm>
    </dsp:sp>
    <dsp:sp modelId="{A3DD5421-0615-497E-90EE-44C6DE03BBBB}">
      <dsp:nvSpPr>
        <dsp:cNvPr id="0" name=""/>
        <dsp:cNvSpPr/>
      </dsp:nvSpPr>
      <dsp:spPr>
        <a:xfrm>
          <a:off x="604181" y="1560264"/>
          <a:ext cx="875021" cy="875021"/>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68220" tIns="12700" rIns="68220" bIns="12700" numCol="1" spcCol="1270" anchor="ctr" anchorCtr="0">
          <a:noAutofit/>
        </a:bodyPr>
        <a:lstStyle/>
        <a:p>
          <a:pPr marL="0" lvl="0" indent="0" algn="ctr" defTabSz="1866900">
            <a:lnSpc>
              <a:spcPct val="90000"/>
            </a:lnSpc>
            <a:spcBef>
              <a:spcPct val="0"/>
            </a:spcBef>
            <a:spcAft>
              <a:spcPct val="35000"/>
            </a:spcAft>
            <a:buNone/>
          </a:pPr>
          <a:r>
            <a:rPr lang="en-US" sz="4200" kern="1200"/>
            <a:t>1</a:t>
          </a:r>
        </a:p>
      </dsp:txBody>
      <dsp:txXfrm>
        <a:off x="732325" y="1688408"/>
        <a:ext cx="618733" cy="618733"/>
      </dsp:txXfrm>
    </dsp:sp>
    <dsp:sp modelId="{11AE441D-FCBD-4645-973C-F77B2489D32D}">
      <dsp:nvSpPr>
        <dsp:cNvPr id="0" name=""/>
        <dsp:cNvSpPr/>
      </dsp:nvSpPr>
      <dsp:spPr>
        <a:xfrm>
          <a:off x="0" y="4185257"/>
          <a:ext cx="2083385" cy="72"/>
        </a:xfrm>
        <a:prstGeom prst="rect">
          <a:avLst/>
        </a:prstGeom>
        <a:gradFill rotWithShape="0">
          <a:gsLst>
            <a:gs pos="0">
              <a:schemeClr val="accent5">
                <a:hueOff val="-2430430"/>
                <a:satOff val="-165"/>
                <a:lumOff val="392"/>
                <a:alphaOff val="0"/>
                <a:satMod val="103000"/>
                <a:lumMod val="102000"/>
                <a:tint val="94000"/>
              </a:schemeClr>
            </a:gs>
            <a:gs pos="50000">
              <a:schemeClr val="accent5">
                <a:hueOff val="-2430430"/>
                <a:satOff val="-165"/>
                <a:lumOff val="392"/>
                <a:alphaOff val="0"/>
                <a:satMod val="110000"/>
                <a:lumMod val="100000"/>
                <a:shade val="100000"/>
              </a:schemeClr>
            </a:gs>
            <a:gs pos="100000">
              <a:schemeClr val="accent5">
                <a:hueOff val="-2430430"/>
                <a:satOff val="-165"/>
                <a:lumOff val="392"/>
                <a:alphaOff val="0"/>
                <a:lumMod val="99000"/>
                <a:satMod val="120000"/>
                <a:shade val="78000"/>
              </a:schemeClr>
            </a:gs>
          </a:gsLst>
          <a:lin ang="5400000" scaled="0"/>
        </a:gradFill>
        <a:ln w="12700" cap="flat" cmpd="sng" algn="ctr">
          <a:solidFill>
            <a:schemeClr val="accent5">
              <a:hueOff val="-2430430"/>
              <a:satOff val="-165"/>
              <a:lumOff val="39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FFB3CAE-F64D-49E1-A3C6-BC4C6FD1A5D3}">
      <dsp:nvSpPr>
        <dsp:cNvPr id="0" name=""/>
        <dsp:cNvSpPr/>
      </dsp:nvSpPr>
      <dsp:spPr>
        <a:xfrm>
          <a:off x="2291723" y="1268590"/>
          <a:ext cx="2083385" cy="2916739"/>
        </a:xfrm>
        <a:prstGeom prst="rect">
          <a:avLst/>
        </a:prstGeom>
        <a:solidFill>
          <a:schemeClr val="accent5">
            <a:tint val="40000"/>
            <a:alpha val="90000"/>
            <a:hueOff val="-5972333"/>
            <a:satOff val="1333"/>
            <a:lumOff val="200"/>
            <a:alphaOff val="0"/>
          </a:schemeClr>
        </a:solidFill>
        <a:ln w="12700" cap="flat" cmpd="sng" algn="ctr">
          <a:solidFill>
            <a:schemeClr val="accent5">
              <a:tint val="40000"/>
              <a:alpha val="90000"/>
              <a:hueOff val="-5972333"/>
              <a:satOff val="1333"/>
              <a:lumOff val="2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2429" tIns="330200" rIns="162429" bIns="330200" numCol="1" spcCol="1270" anchor="t" anchorCtr="0">
          <a:noAutofit/>
        </a:bodyPr>
        <a:lstStyle/>
        <a:p>
          <a:pPr marL="0" lvl="0" indent="0" algn="l" defTabSz="1111250">
            <a:lnSpc>
              <a:spcPct val="90000"/>
            </a:lnSpc>
            <a:spcBef>
              <a:spcPct val="0"/>
            </a:spcBef>
            <a:spcAft>
              <a:spcPct val="35000"/>
            </a:spcAft>
            <a:buNone/>
          </a:pPr>
          <a:r>
            <a:rPr lang="en-US" sz="2500" kern="1200"/>
            <a:t>Second: Audio system </a:t>
          </a:r>
        </a:p>
      </dsp:txBody>
      <dsp:txXfrm>
        <a:off x="2291723" y="2376951"/>
        <a:ext cx="2083385" cy="1750043"/>
      </dsp:txXfrm>
    </dsp:sp>
    <dsp:sp modelId="{C9EF0FD6-B506-48C2-9316-F2C176630B39}">
      <dsp:nvSpPr>
        <dsp:cNvPr id="0" name=""/>
        <dsp:cNvSpPr/>
      </dsp:nvSpPr>
      <dsp:spPr>
        <a:xfrm>
          <a:off x="2895905" y="1560264"/>
          <a:ext cx="875021" cy="875021"/>
        </a:xfrm>
        <a:prstGeom prst="ellipse">
          <a:avLst/>
        </a:prstGeom>
        <a:gradFill rotWithShape="0">
          <a:gsLst>
            <a:gs pos="0">
              <a:schemeClr val="accent5">
                <a:hueOff val="-4860860"/>
                <a:satOff val="-330"/>
                <a:lumOff val="784"/>
                <a:alphaOff val="0"/>
                <a:satMod val="103000"/>
                <a:lumMod val="102000"/>
                <a:tint val="94000"/>
              </a:schemeClr>
            </a:gs>
            <a:gs pos="50000">
              <a:schemeClr val="accent5">
                <a:hueOff val="-4860860"/>
                <a:satOff val="-330"/>
                <a:lumOff val="784"/>
                <a:alphaOff val="0"/>
                <a:satMod val="110000"/>
                <a:lumMod val="100000"/>
                <a:shade val="100000"/>
              </a:schemeClr>
            </a:gs>
            <a:gs pos="100000">
              <a:schemeClr val="accent5">
                <a:hueOff val="-4860860"/>
                <a:satOff val="-330"/>
                <a:lumOff val="784"/>
                <a:alphaOff val="0"/>
                <a:lumMod val="99000"/>
                <a:satMod val="120000"/>
                <a:shade val="78000"/>
              </a:schemeClr>
            </a:gs>
          </a:gsLst>
          <a:lin ang="5400000" scaled="0"/>
        </a:gradFill>
        <a:ln w="12700" cap="flat" cmpd="sng" algn="ctr">
          <a:solidFill>
            <a:schemeClr val="accent5">
              <a:hueOff val="-4860860"/>
              <a:satOff val="-330"/>
              <a:lumOff val="78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68220" tIns="12700" rIns="68220" bIns="12700" numCol="1" spcCol="1270" anchor="ctr" anchorCtr="0">
          <a:noAutofit/>
        </a:bodyPr>
        <a:lstStyle/>
        <a:p>
          <a:pPr marL="0" lvl="0" indent="0" algn="ctr" defTabSz="1866900">
            <a:lnSpc>
              <a:spcPct val="90000"/>
            </a:lnSpc>
            <a:spcBef>
              <a:spcPct val="0"/>
            </a:spcBef>
            <a:spcAft>
              <a:spcPct val="35000"/>
            </a:spcAft>
            <a:buNone/>
          </a:pPr>
          <a:r>
            <a:rPr lang="en-US" sz="4200" kern="1200"/>
            <a:t>2</a:t>
          </a:r>
        </a:p>
      </dsp:txBody>
      <dsp:txXfrm>
        <a:off x="3024049" y="1688408"/>
        <a:ext cx="618733" cy="618733"/>
      </dsp:txXfrm>
    </dsp:sp>
    <dsp:sp modelId="{03CCE55F-8B76-4554-988D-77020ECAF7AF}">
      <dsp:nvSpPr>
        <dsp:cNvPr id="0" name=""/>
        <dsp:cNvSpPr/>
      </dsp:nvSpPr>
      <dsp:spPr>
        <a:xfrm>
          <a:off x="2291723" y="4185257"/>
          <a:ext cx="2083385" cy="72"/>
        </a:xfrm>
        <a:prstGeom prst="rect">
          <a:avLst/>
        </a:prstGeom>
        <a:gradFill rotWithShape="0">
          <a:gsLst>
            <a:gs pos="0">
              <a:schemeClr val="accent5">
                <a:hueOff val="-7291290"/>
                <a:satOff val="-496"/>
                <a:lumOff val="1177"/>
                <a:alphaOff val="0"/>
                <a:satMod val="103000"/>
                <a:lumMod val="102000"/>
                <a:tint val="94000"/>
              </a:schemeClr>
            </a:gs>
            <a:gs pos="50000">
              <a:schemeClr val="accent5">
                <a:hueOff val="-7291290"/>
                <a:satOff val="-496"/>
                <a:lumOff val="1177"/>
                <a:alphaOff val="0"/>
                <a:satMod val="110000"/>
                <a:lumMod val="100000"/>
                <a:shade val="100000"/>
              </a:schemeClr>
            </a:gs>
            <a:gs pos="100000">
              <a:schemeClr val="accent5">
                <a:hueOff val="-7291290"/>
                <a:satOff val="-496"/>
                <a:lumOff val="1177"/>
                <a:alphaOff val="0"/>
                <a:lumMod val="99000"/>
                <a:satMod val="120000"/>
                <a:shade val="78000"/>
              </a:schemeClr>
            </a:gs>
          </a:gsLst>
          <a:lin ang="5400000" scaled="0"/>
        </a:gradFill>
        <a:ln w="12700" cap="flat" cmpd="sng" algn="ctr">
          <a:solidFill>
            <a:schemeClr val="accent5">
              <a:hueOff val="-7291290"/>
              <a:satOff val="-496"/>
              <a:lumOff val="117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DCD581D-CFB4-43A6-8A8D-C650ADC73749}">
      <dsp:nvSpPr>
        <dsp:cNvPr id="0" name=""/>
        <dsp:cNvSpPr/>
      </dsp:nvSpPr>
      <dsp:spPr>
        <a:xfrm>
          <a:off x="4583447" y="1268590"/>
          <a:ext cx="2083385" cy="2916739"/>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2429" tIns="330200" rIns="162429" bIns="330200" numCol="1" spcCol="1270" anchor="t" anchorCtr="0">
          <a:noAutofit/>
        </a:bodyPr>
        <a:lstStyle/>
        <a:p>
          <a:pPr marL="0" lvl="0" indent="0" algn="l" defTabSz="1111250">
            <a:lnSpc>
              <a:spcPct val="90000"/>
            </a:lnSpc>
            <a:spcBef>
              <a:spcPct val="0"/>
            </a:spcBef>
            <a:spcAft>
              <a:spcPct val="35000"/>
            </a:spcAft>
            <a:buNone/>
          </a:pPr>
          <a:r>
            <a:rPr lang="en-US" sz="2500" kern="1200"/>
            <a:t>Last: High voltage dc – dc converter</a:t>
          </a:r>
        </a:p>
      </dsp:txBody>
      <dsp:txXfrm>
        <a:off x="4583447" y="2376951"/>
        <a:ext cx="2083385" cy="1750043"/>
      </dsp:txXfrm>
    </dsp:sp>
    <dsp:sp modelId="{2EC1AF6A-A7D7-4C4F-8723-3214D9F043CE}">
      <dsp:nvSpPr>
        <dsp:cNvPr id="0" name=""/>
        <dsp:cNvSpPr/>
      </dsp:nvSpPr>
      <dsp:spPr>
        <a:xfrm>
          <a:off x="5187629" y="1560264"/>
          <a:ext cx="875021" cy="875021"/>
        </a:xfrm>
        <a:prstGeom prst="ellipse">
          <a:avLst/>
        </a:prstGeom>
        <a:gradFill rotWithShape="0">
          <a:gsLst>
            <a:gs pos="0">
              <a:schemeClr val="accent5">
                <a:hueOff val="-9721720"/>
                <a:satOff val="-661"/>
                <a:lumOff val="1569"/>
                <a:alphaOff val="0"/>
                <a:satMod val="103000"/>
                <a:lumMod val="102000"/>
                <a:tint val="94000"/>
              </a:schemeClr>
            </a:gs>
            <a:gs pos="50000">
              <a:schemeClr val="accent5">
                <a:hueOff val="-9721720"/>
                <a:satOff val="-661"/>
                <a:lumOff val="1569"/>
                <a:alphaOff val="0"/>
                <a:satMod val="110000"/>
                <a:lumMod val="100000"/>
                <a:shade val="100000"/>
              </a:schemeClr>
            </a:gs>
            <a:gs pos="100000">
              <a:schemeClr val="accent5">
                <a:hueOff val="-9721720"/>
                <a:satOff val="-661"/>
                <a:lumOff val="1569"/>
                <a:alphaOff val="0"/>
                <a:lumMod val="99000"/>
                <a:satMod val="120000"/>
                <a:shade val="78000"/>
              </a:schemeClr>
            </a:gs>
          </a:gsLst>
          <a:lin ang="5400000" scaled="0"/>
        </a:gradFill>
        <a:ln w="12700" cap="flat" cmpd="sng" algn="ctr">
          <a:solidFill>
            <a:schemeClr val="accent5">
              <a:hueOff val="-9721720"/>
              <a:satOff val="-661"/>
              <a:lumOff val="156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68220" tIns="12700" rIns="68220" bIns="12700" numCol="1" spcCol="1270" anchor="ctr" anchorCtr="0">
          <a:noAutofit/>
        </a:bodyPr>
        <a:lstStyle/>
        <a:p>
          <a:pPr marL="0" lvl="0" indent="0" algn="ctr" defTabSz="1866900">
            <a:lnSpc>
              <a:spcPct val="90000"/>
            </a:lnSpc>
            <a:spcBef>
              <a:spcPct val="0"/>
            </a:spcBef>
            <a:spcAft>
              <a:spcPct val="35000"/>
            </a:spcAft>
            <a:buNone/>
          </a:pPr>
          <a:r>
            <a:rPr lang="en-US" sz="4200" kern="1200"/>
            <a:t>3</a:t>
          </a:r>
        </a:p>
      </dsp:txBody>
      <dsp:txXfrm>
        <a:off x="5315773" y="1688408"/>
        <a:ext cx="618733" cy="618733"/>
      </dsp:txXfrm>
    </dsp:sp>
    <dsp:sp modelId="{DF49A6FA-8A93-434B-9600-3631F1E6267D}">
      <dsp:nvSpPr>
        <dsp:cNvPr id="0" name=""/>
        <dsp:cNvSpPr/>
      </dsp:nvSpPr>
      <dsp:spPr>
        <a:xfrm>
          <a:off x="4583447" y="4185257"/>
          <a:ext cx="2083385" cy="72"/>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C5D5E-C65E-4982-B0D1-A0F94E4063C4}" type="datetimeFigureOut">
              <a:rPr lang="en-US" smtClean="0"/>
              <a:t>4/23/2025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F5A0A1-BFCA-4EFA-BAA4-0785F9695BCF}" type="slidenum">
              <a:rPr lang="en-US" smtClean="0"/>
              <a:t>‹#›</a:t>
            </a:fld>
            <a:endParaRPr lang="en-US"/>
          </a:p>
        </p:txBody>
      </p:sp>
    </p:spTree>
    <p:extLst>
      <p:ext uri="{BB962C8B-B14F-4D97-AF65-F5344CB8AC3E}">
        <p14:creationId xmlns:p14="http://schemas.microsoft.com/office/powerpoint/2010/main" val="3061991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to word it like this because I am working with high voltage so safety and planning around it is needed</a:t>
            </a:r>
          </a:p>
        </p:txBody>
      </p:sp>
      <p:sp>
        <p:nvSpPr>
          <p:cNvPr id="4" name="Slide Number Placeholder 3"/>
          <p:cNvSpPr>
            <a:spLocks noGrp="1"/>
          </p:cNvSpPr>
          <p:nvPr>
            <p:ph type="sldNum" sz="quarter" idx="5"/>
          </p:nvPr>
        </p:nvSpPr>
        <p:spPr/>
        <p:txBody>
          <a:bodyPr/>
          <a:lstStyle/>
          <a:p>
            <a:fld id="{04F5A0A1-BFCA-4EFA-BAA4-0785F9695BCF}" type="slidenum">
              <a:rPr lang="en-US" smtClean="0"/>
              <a:t>2</a:t>
            </a:fld>
            <a:endParaRPr lang="en-US"/>
          </a:p>
        </p:txBody>
      </p:sp>
    </p:spTree>
    <p:extLst>
      <p:ext uri="{BB962C8B-B14F-4D97-AF65-F5344CB8AC3E}">
        <p14:creationId xmlns:p14="http://schemas.microsoft.com/office/powerpoint/2010/main" val="2815910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because we are working with high voltage, besides from having common sense, using the one hand rule is a easy way to reduce risk. The One hand rule is to always have one hand behind your back. This stops you from accidently running electricity through your heart which is generally not good.</a:t>
            </a:r>
          </a:p>
          <a:p>
            <a:endParaRPr lang="en-US" dirty="0"/>
          </a:p>
          <a:p>
            <a:r>
              <a:rPr lang="en-US" dirty="0"/>
              <a:t>For radioactive substances Minimizing contact reduces most of the danger since your body can handle a bit of radiation if it’s a quote unquote “safe source”.</a:t>
            </a:r>
          </a:p>
          <a:p>
            <a:r>
              <a:rPr lang="en-US" dirty="0"/>
              <a:t>But By safe source </a:t>
            </a:r>
            <a:r>
              <a:rPr lang="en-US" dirty="0" err="1"/>
              <a:t>im</a:t>
            </a:r>
            <a:r>
              <a:rPr lang="en-US" dirty="0"/>
              <a:t> talking about alpha emitters in small quantity's. These radiation emitters cannot penetrate the skin so there is little to no risk. And the total emission of the source is similar to what a person living in Squamish would experience by just being housed near a large amount of granite.</a:t>
            </a:r>
          </a:p>
          <a:p>
            <a:endParaRPr lang="en-US" dirty="0"/>
          </a:p>
        </p:txBody>
      </p:sp>
      <p:sp>
        <p:nvSpPr>
          <p:cNvPr id="4" name="Slide Number Placeholder 3"/>
          <p:cNvSpPr>
            <a:spLocks noGrp="1"/>
          </p:cNvSpPr>
          <p:nvPr>
            <p:ph type="sldNum" sz="quarter" idx="5"/>
          </p:nvPr>
        </p:nvSpPr>
        <p:spPr/>
        <p:txBody>
          <a:bodyPr/>
          <a:lstStyle/>
          <a:p>
            <a:fld id="{04F5A0A1-BFCA-4EFA-BAA4-0785F9695BCF}" type="slidenum">
              <a:rPr lang="en-US" smtClean="0"/>
              <a:t>3</a:t>
            </a:fld>
            <a:endParaRPr lang="en-US"/>
          </a:p>
        </p:txBody>
      </p:sp>
    </p:spTree>
    <p:extLst>
      <p:ext uri="{BB962C8B-B14F-4D97-AF65-F5344CB8AC3E}">
        <p14:creationId xmlns:p14="http://schemas.microsoft.com/office/powerpoint/2010/main" val="1127927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dirty="0"/>
              <a:t>My project is a Geiger-muller counter. Using a sensor that is super sensitive to radioactive particles it detects radiation and lets out a distinct click sound (        )  . It was first invented in 1908 and later put into production in 1928. During the cold war Geiger counters were used extensively in America and Russia and were sometimes distributed to citizens in case of  a nuclear event.</a:t>
            </a:r>
          </a:p>
          <a:p>
            <a:endParaRPr lang="en-US" dirty="0"/>
          </a:p>
        </p:txBody>
      </p:sp>
      <p:sp>
        <p:nvSpPr>
          <p:cNvPr id="4" name="Slide Number Placeholder 3"/>
          <p:cNvSpPr>
            <a:spLocks noGrp="1"/>
          </p:cNvSpPr>
          <p:nvPr>
            <p:ph type="sldNum" sz="quarter" idx="5"/>
          </p:nvPr>
        </p:nvSpPr>
        <p:spPr/>
        <p:txBody>
          <a:bodyPr/>
          <a:lstStyle/>
          <a:p>
            <a:fld id="{04F5A0A1-BFCA-4EFA-BAA4-0785F9695BCF}" type="slidenum">
              <a:rPr lang="en-US" smtClean="0"/>
              <a:t>5</a:t>
            </a:fld>
            <a:endParaRPr lang="en-US"/>
          </a:p>
        </p:txBody>
      </p:sp>
    </p:spTree>
    <p:extLst>
      <p:ext uri="{BB962C8B-B14F-4D97-AF65-F5344CB8AC3E}">
        <p14:creationId xmlns:p14="http://schemas.microsoft.com/office/powerpoint/2010/main" val="2660079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I choose to do this project. I chose this as I was working on this as a hobby before the capstone project started, and I had already put a lot of time into researching this. I also saw this as an opportunity to develop my engineering skills incase, I get into an engineering school and I  have liked building and working with my hands since I was little so doing this helped me continue to develop a bunch of skills like soldering, welding, and assembling circuits.</a:t>
            </a:r>
          </a:p>
        </p:txBody>
      </p:sp>
      <p:sp>
        <p:nvSpPr>
          <p:cNvPr id="4" name="Slide Number Placeholder 3"/>
          <p:cNvSpPr>
            <a:spLocks noGrp="1"/>
          </p:cNvSpPr>
          <p:nvPr>
            <p:ph type="sldNum" sz="quarter" idx="5"/>
          </p:nvPr>
        </p:nvSpPr>
        <p:spPr/>
        <p:txBody>
          <a:bodyPr/>
          <a:lstStyle/>
          <a:p>
            <a:fld id="{04F5A0A1-BFCA-4EFA-BAA4-0785F9695BCF}" type="slidenum">
              <a:rPr lang="en-US" smtClean="0"/>
              <a:t>6</a:t>
            </a:fld>
            <a:endParaRPr lang="en-US"/>
          </a:p>
        </p:txBody>
      </p:sp>
    </p:spTree>
    <p:extLst>
      <p:ext uri="{BB962C8B-B14F-4D97-AF65-F5344CB8AC3E}">
        <p14:creationId xmlns:p14="http://schemas.microsoft.com/office/powerpoint/2010/main" val="540612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some skills that I learned through this project that are more focused towards electrical engineering</a:t>
            </a:r>
          </a:p>
        </p:txBody>
      </p:sp>
      <p:sp>
        <p:nvSpPr>
          <p:cNvPr id="4" name="Slide Number Placeholder 3"/>
          <p:cNvSpPr>
            <a:spLocks noGrp="1"/>
          </p:cNvSpPr>
          <p:nvPr>
            <p:ph type="sldNum" sz="quarter" idx="5"/>
          </p:nvPr>
        </p:nvSpPr>
        <p:spPr/>
        <p:txBody>
          <a:bodyPr/>
          <a:lstStyle/>
          <a:p>
            <a:fld id="{04F5A0A1-BFCA-4EFA-BAA4-0785F9695BCF}" type="slidenum">
              <a:rPr lang="en-US" smtClean="0"/>
              <a:t>7</a:t>
            </a:fld>
            <a:endParaRPr lang="en-US"/>
          </a:p>
        </p:txBody>
      </p:sp>
    </p:spTree>
    <p:extLst>
      <p:ext uri="{BB962C8B-B14F-4D97-AF65-F5344CB8AC3E}">
        <p14:creationId xmlns:p14="http://schemas.microsoft.com/office/powerpoint/2010/main" val="114285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technical documentation is essential to understanding the parts, functions and tolerances of the parts you are working with.</a:t>
            </a:r>
          </a:p>
        </p:txBody>
      </p:sp>
      <p:sp>
        <p:nvSpPr>
          <p:cNvPr id="4" name="Slide Number Placeholder 3"/>
          <p:cNvSpPr>
            <a:spLocks noGrp="1"/>
          </p:cNvSpPr>
          <p:nvPr>
            <p:ph type="sldNum" sz="quarter" idx="5"/>
          </p:nvPr>
        </p:nvSpPr>
        <p:spPr/>
        <p:txBody>
          <a:bodyPr/>
          <a:lstStyle/>
          <a:p>
            <a:fld id="{04F5A0A1-BFCA-4EFA-BAA4-0785F9695BCF}" type="slidenum">
              <a:rPr lang="en-US" smtClean="0"/>
              <a:t>8</a:t>
            </a:fld>
            <a:endParaRPr lang="en-US"/>
          </a:p>
        </p:txBody>
      </p:sp>
    </p:spTree>
    <p:extLst>
      <p:ext uri="{BB962C8B-B14F-4D97-AF65-F5344CB8AC3E}">
        <p14:creationId xmlns:p14="http://schemas.microsoft.com/office/powerpoint/2010/main" val="198593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Spice simulation software is a type of program used to build, test and simulate circuits. It is often used by electrical engineer students </a:t>
            </a:r>
          </a:p>
          <a:p>
            <a:r>
              <a:rPr lang="en-US" dirty="0"/>
              <a:t>Before building the physical circuit. developing or prototyping circuits on programs like </a:t>
            </a:r>
            <a:r>
              <a:rPr lang="en-US" dirty="0" err="1"/>
              <a:t>lt</a:t>
            </a:r>
            <a:r>
              <a:rPr lang="en-US" dirty="0"/>
              <a:t> spice cutdown on development costs and it lest you to make mistakes without too much worry</a:t>
            </a:r>
          </a:p>
        </p:txBody>
      </p:sp>
      <p:sp>
        <p:nvSpPr>
          <p:cNvPr id="4" name="Slide Number Placeholder 3"/>
          <p:cNvSpPr>
            <a:spLocks noGrp="1"/>
          </p:cNvSpPr>
          <p:nvPr>
            <p:ph type="sldNum" sz="quarter" idx="5"/>
          </p:nvPr>
        </p:nvSpPr>
        <p:spPr/>
        <p:txBody>
          <a:bodyPr/>
          <a:lstStyle/>
          <a:p>
            <a:fld id="{04F5A0A1-BFCA-4EFA-BAA4-0785F9695BCF}" type="slidenum">
              <a:rPr lang="en-US" smtClean="0"/>
              <a:t>9</a:t>
            </a:fld>
            <a:endParaRPr lang="en-US"/>
          </a:p>
        </p:txBody>
      </p:sp>
    </p:spTree>
    <p:extLst>
      <p:ext uri="{BB962C8B-B14F-4D97-AF65-F5344CB8AC3E}">
        <p14:creationId xmlns:p14="http://schemas.microsoft.com/office/powerpoint/2010/main" val="3951248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Prototyping before creating permanent circuit boards allows you to test your simulated circuits in the </a:t>
            </a:r>
            <a:r>
              <a:rPr lang="en-US" dirty="0" err="1"/>
              <a:t>realworld</a:t>
            </a:r>
            <a:r>
              <a:rPr lang="en-US" dirty="0"/>
              <a:t>. This is important because actual parts act slightly differently and can change due to things like heat or pressure. Its also cheaper to mess up on this instead of a full-fledged printed circuit board</a:t>
            </a:r>
          </a:p>
        </p:txBody>
      </p:sp>
      <p:sp>
        <p:nvSpPr>
          <p:cNvPr id="4" name="Slide Number Placeholder 3"/>
          <p:cNvSpPr>
            <a:spLocks noGrp="1"/>
          </p:cNvSpPr>
          <p:nvPr>
            <p:ph type="sldNum" sz="quarter" idx="5"/>
          </p:nvPr>
        </p:nvSpPr>
        <p:spPr/>
        <p:txBody>
          <a:bodyPr/>
          <a:lstStyle/>
          <a:p>
            <a:fld id="{04F5A0A1-BFCA-4EFA-BAA4-0785F9695BCF}" type="slidenum">
              <a:rPr lang="en-US" smtClean="0"/>
              <a:t>10</a:t>
            </a:fld>
            <a:endParaRPr lang="en-US"/>
          </a:p>
        </p:txBody>
      </p:sp>
    </p:spTree>
    <p:extLst>
      <p:ext uri="{BB962C8B-B14F-4D97-AF65-F5344CB8AC3E}">
        <p14:creationId xmlns:p14="http://schemas.microsoft.com/office/powerpoint/2010/main" val="3451121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testing gear helps you analyze the mistakes after prototyping. Here is a oscilloscope and it represents stuff on a graph. Its very helpful for trouble shooting weird signals or interference.</a:t>
            </a:r>
          </a:p>
        </p:txBody>
      </p:sp>
      <p:sp>
        <p:nvSpPr>
          <p:cNvPr id="4" name="Slide Number Placeholder 3"/>
          <p:cNvSpPr>
            <a:spLocks noGrp="1"/>
          </p:cNvSpPr>
          <p:nvPr>
            <p:ph type="sldNum" sz="quarter" idx="5"/>
          </p:nvPr>
        </p:nvSpPr>
        <p:spPr/>
        <p:txBody>
          <a:bodyPr/>
          <a:lstStyle/>
          <a:p>
            <a:fld id="{04F5A0A1-BFCA-4EFA-BAA4-0785F9695BCF}" type="slidenum">
              <a:rPr lang="en-US" smtClean="0"/>
              <a:t>11</a:t>
            </a:fld>
            <a:endParaRPr lang="en-US"/>
          </a:p>
        </p:txBody>
      </p:sp>
    </p:spTree>
    <p:extLst>
      <p:ext uri="{BB962C8B-B14F-4D97-AF65-F5344CB8AC3E}">
        <p14:creationId xmlns:p14="http://schemas.microsoft.com/office/powerpoint/2010/main" val="1726576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Pcb</a:t>
            </a:r>
            <a:r>
              <a:rPr lang="en-US" dirty="0"/>
              <a:t> Desing software allows me to create printed circuit boards where you can easily mount your components and finalize a product. It also has tools for routing traces, plotting components, and preventing noise.</a:t>
            </a:r>
          </a:p>
        </p:txBody>
      </p:sp>
      <p:sp>
        <p:nvSpPr>
          <p:cNvPr id="4" name="Slide Number Placeholder 3"/>
          <p:cNvSpPr>
            <a:spLocks noGrp="1"/>
          </p:cNvSpPr>
          <p:nvPr>
            <p:ph type="sldNum" sz="quarter" idx="5"/>
          </p:nvPr>
        </p:nvSpPr>
        <p:spPr/>
        <p:txBody>
          <a:bodyPr/>
          <a:lstStyle/>
          <a:p>
            <a:fld id="{04F5A0A1-BFCA-4EFA-BAA4-0785F9695BCF}" type="slidenum">
              <a:rPr lang="en-US" smtClean="0"/>
              <a:t>12</a:t>
            </a:fld>
            <a:endParaRPr lang="en-US"/>
          </a:p>
        </p:txBody>
      </p:sp>
    </p:spTree>
    <p:extLst>
      <p:ext uri="{BB962C8B-B14F-4D97-AF65-F5344CB8AC3E}">
        <p14:creationId xmlns:p14="http://schemas.microsoft.com/office/powerpoint/2010/main" val="2977071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soldering is an essential to know as it lets you actually put together circuits, so developing this skill early will make things easier in the long run. </a:t>
            </a:r>
          </a:p>
        </p:txBody>
      </p:sp>
      <p:sp>
        <p:nvSpPr>
          <p:cNvPr id="4" name="Slide Number Placeholder 3"/>
          <p:cNvSpPr>
            <a:spLocks noGrp="1"/>
          </p:cNvSpPr>
          <p:nvPr>
            <p:ph type="sldNum" sz="quarter" idx="5"/>
          </p:nvPr>
        </p:nvSpPr>
        <p:spPr/>
        <p:txBody>
          <a:bodyPr/>
          <a:lstStyle/>
          <a:p>
            <a:fld id="{04F5A0A1-BFCA-4EFA-BAA4-0785F9695BCF}" type="slidenum">
              <a:rPr lang="en-US" smtClean="0"/>
              <a:t>13</a:t>
            </a:fld>
            <a:endParaRPr lang="en-US"/>
          </a:p>
        </p:txBody>
      </p:sp>
    </p:spTree>
    <p:extLst>
      <p:ext uri="{BB962C8B-B14F-4D97-AF65-F5344CB8AC3E}">
        <p14:creationId xmlns:p14="http://schemas.microsoft.com/office/powerpoint/2010/main" val="793538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GitHub is industry standard for a lot of engineering so learning to use their CLI and storing my project files, sources, and documents there, was good practice.</a:t>
            </a:r>
          </a:p>
        </p:txBody>
      </p:sp>
      <p:sp>
        <p:nvSpPr>
          <p:cNvPr id="4" name="Slide Number Placeholder 3"/>
          <p:cNvSpPr>
            <a:spLocks noGrp="1"/>
          </p:cNvSpPr>
          <p:nvPr>
            <p:ph type="sldNum" sz="quarter" idx="5"/>
          </p:nvPr>
        </p:nvSpPr>
        <p:spPr/>
        <p:txBody>
          <a:bodyPr/>
          <a:lstStyle/>
          <a:p>
            <a:fld id="{04F5A0A1-BFCA-4EFA-BAA4-0785F9695BCF}" type="slidenum">
              <a:rPr lang="en-US" smtClean="0"/>
              <a:t>14</a:t>
            </a:fld>
            <a:endParaRPr lang="en-US"/>
          </a:p>
        </p:txBody>
      </p:sp>
    </p:spTree>
    <p:extLst>
      <p:ext uri="{BB962C8B-B14F-4D97-AF65-F5344CB8AC3E}">
        <p14:creationId xmlns:p14="http://schemas.microsoft.com/office/powerpoint/2010/main" val="1738660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 started with </a:t>
            </a:r>
            <a:r>
              <a:rPr lang="en-US" dirty="0" err="1"/>
              <a:t>asimple</a:t>
            </a:r>
            <a:r>
              <a:rPr lang="en-US" dirty="0"/>
              <a:t>, basic block diagram, because it can be overwhelming to look at something like this:</a:t>
            </a:r>
          </a:p>
          <a:p>
            <a:endParaRPr lang="en-US" dirty="0"/>
          </a:p>
        </p:txBody>
      </p:sp>
      <p:sp>
        <p:nvSpPr>
          <p:cNvPr id="4" name="Slide Number Placeholder 3"/>
          <p:cNvSpPr>
            <a:spLocks noGrp="1"/>
          </p:cNvSpPr>
          <p:nvPr>
            <p:ph type="sldNum" sz="quarter" idx="5"/>
          </p:nvPr>
        </p:nvSpPr>
        <p:spPr/>
        <p:txBody>
          <a:bodyPr/>
          <a:lstStyle/>
          <a:p>
            <a:fld id="{04F5A0A1-BFCA-4EFA-BAA4-0785F9695BCF}" type="slidenum">
              <a:rPr lang="en-US" smtClean="0"/>
              <a:t>16</a:t>
            </a:fld>
            <a:endParaRPr lang="en-US"/>
          </a:p>
        </p:txBody>
      </p:sp>
    </p:spTree>
    <p:extLst>
      <p:ext uri="{BB962C8B-B14F-4D97-AF65-F5344CB8AC3E}">
        <p14:creationId xmlns:p14="http://schemas.microsoft.com/office/powerpoint/2010/main" val="3232028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basic idea</a:t>
            </a:r>
          </a:p>
        </p:txBody>
      </p:sp>
      <p:sp>
        <p:nvSpPr>
          <p:cNvPr id="4" name="Slide Number Placeholder 3"/>
          <p:cNvSpPr>
            <a:spLocks noGrp="1"/>
          </p:cNvSpPr>
          <p:nvPr>
            <p:ph type="sldNum" sz="quarter" idx="5"/>
          </p:nvPr>
        </p:nvSpPr>
        <p:spPr/>
        <p:txBody>
          <a:bodyPr/>
          <a:lstStyle/>
          <a:p>
            <a:fld id="{04F5A0A1-BFCA-4EFA-BAA4-0785F9695BCF}" type="slidenum">
              <a:rPr lang="en-US" smtClean="0"/>
              <a:t>17</a:t>
            </a:fld>
            <a:endParaRPr lang="en-US"/>
          </a:p>
        </p:txBody>
      </p:sp>
    </p:spTree>
    <p:extLst>
      <p:ext uri="{BB962C8B-B14F-4D97-AF65-F5344CB8AC3E}">
        <p14:creationId xmlns:p14="http://schemas.microsoft.com/office/powerpoint/2010/main" val="3533889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this in order from simplest to most complicated</a:t>
            </a:r>
          </a:p>
          <a:p>
            <a:endParaRPr lang="en-US" dirty="0"/>
          </a:p>
        </p:txBody>
      </p:sp>
      <p:sp>
        <p:nvSpPr>
          <p:cNvPr id="4" name="Slide Number Placeholder 3"/>
          <p:cNvSpPr>
            <a:spLocks noGrp="1"/>
          </p:cNvSpPr>
          <p:nvPr>
            <p:ph type="sldNum" sz="quarter" idx="5"/>
          </p:nvPr>
        </p:nvSpPr>
        <p:spPr/>
        <p:txBody>
          <a:bodyPr/>
          <a:lstStyle/>
          <a:p>
            <a:fld id="{04F5A0A1-BFCA-4EFA-BAA4-0785F9695BCF}" type="slidenum">
              <a:rPr lang="en-US" smtClean="0"/>
              <a:t>18</a:t>
            </a:fld>
            <a:endParaRPr lang="en-US"/>
          </a:p>
        </p:txBody>
      </p:sp>
    </p:spTree>
    <p:extLst>
      <p:ext uri="{BB962C8B-B14F-4D97-AF65-F5344CB8AC3E}">
        <p14:creationId xmlns:p14="http://schemas.microsoft.com/office/powerpoint/2010/main" val="3678703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Was also done on the SPICE simulation software mentioned earlier</a:t>
            </a:r>
          </a:p>
          <a:p>
            <a:endParaRPr lang="en-US" dirty="0"/>
          </a:p>
        </p:txBody>
      </p:sp>
      <p:sp>
        <p:nvSpPr>
          <p:cNvPr id="4" name="Slide Number Placeholder 3"/>
          <p:cNvSpPr>
            <a:spLocks noGrp="1"/>
          </p:cNvSpPr>
          <p:nvPr>
            <p:ph type="sldNum" sz="quarter" idx="5"/>
          </p:nvPr>
        </p:nvSpPr>
        <p:spPr/>
        <p:txBody>
          <a:bodyPr/>
          <a:lstStyle/>
          <a:p>
            <a:fld id="{04F5A0A1-BFCA-4EFA-BAA4-0785F9695BCF}" type="slidenum">
              <a:rPr lang="en-US" smtClean="0"/>
              <a:t>19</a:t>
            </a:fld>
            <a:endParaRPr lang="en-US"/>
          </a:p>
        </p:txBody>
      </p:sp>
    </p:spTree>
    <p:extLst>
      <p:ext uri="{BB962C8B-B14F-4D97-AF65-F5344CB8AC3E}">
        <p14:creationId xmlns:p14="http://schemas.microsoft.com/office/powerpoint/2010/main" val="1317726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also done on the SPICE simulation software</a:t>
            </a:r>
          </a:p>
        </p:txBody>
      </p:sp>
      <p:sp>
        <p:nvSpPr>
          <p:cNvPr id="4" name="Slide Number Placeholder 3"/>
          <p:cNvSpPr>
            <a:spLocks noGrp="1"/>
          </p:cNvSpPr>
          <p:nvPr>
            <p:ph type="sldNum" sz="quarter" idx="5"/>
          </p:nvPr>
        </p:nvSpPr>
        <p:spPr/>
        <p:txBody>
          <a:bodyPr/>
          <a:lstStyle/>
          <a:p>
            <a:fld id="{04F5A0A1-BFCA-4EFA-BAA4-0785F9695BCF}" type="slidenum">
              <a:rPr lang="en-US" smtClean="0"/>
              <a:t>21</a:t>
            </a:fld>
            <a:endParaRPr lang="en-US"/>
          </a:p>
        </p:txBody>
      </p:sp>
    </p:spTree>
    <p:extLst>
      <p:ext uri="{BB962C8B-B14F-4D97-AF65-F5344CB8AC3E}">
        <p14:creationId xmlns:p14="http://schemas.microsoft.com/office/powerpoint/2010/main" val="3940417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completed schematic with all the modules tested and put together.</a:t>
            </a:r>
          </a:p>
        </p:txBody>
      </p:sp>
      <p:sp>
        <p:nvSpPr>
          <p:cNvPr id="4" name="Slide Number Placeholder 3"/>
          <p:cNvSpPr>
            <a:spLocks noGrp="1"/>
          </p:cNvSpPr>
          <p:nvPr>
            <p:ph type="sldNum" sz="quarter" idx="5"/>
          </p:nvPr>
        </p:nvSpPr>
        <p:spPr/>
        <p:txBody>
          <a:bodyPr/>
          <a:lstStyle/>
          <a:p>
            <a:fld id="{04F5A0A1-BFCA-4EFA-BAA4-0785F9695BCF}" type="slidenum">
              <a:rPr lang="en-US" smtClean="0"/>
              <a:t>22</a:t>
            </a:fld>
            <a:endParaRPr lang="en-US"/>
          </a:p>
        </p:txBody>
      </p:sp>
    </p:spTree>
    <p:extLst>
      <p:ext uri="{BB962C8B-B14F-4D97-AF65-F5344CB8AC3E}">
        <p14:creationId xmlns:p14="http://schemas.microsoft.com/office/powerpoint/2010/main" val="2345912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completed </a:t>
            </a:r>
            <a:r>
              <a:rPr lang="en-US" dirty="0" err="1"/>
              <a:t>pcb</a:t>
            </a:r>
            <a:r>
              <a:rPr lang="en-US" dirty="0"/>
              <a:t> design ready for manufacture </a:t>
            </a:r>
          </a:p>
        </p:txBody>
      </p:sp>
      <p:sp>
        <p:nvSpPr>
          <p:cNvPr id="4" name="Slide Number Placeholder 3"/>
          <p:cNvSpPr>
            <a:spLocks noGrp="1"/>
          </p:cNvSpPr>
          <p:nvPr>
            <p:ph type="sldNum" sz="quarter" idx="5"/>
          </p:nvPr>
        </p:nvSpPr>
        <p:spPr/>
        <p:txBody>
          <a:bodyPr/>
          <a:lstStyle/>
          <a:p>
            <a:fld id="{04F5A0A1-BFCA-4EFA-BAA4-0785F9695BCF}" type="slidenum">
              <a:rPr lang="en-US" smtClean="0"/>
              <a:t>23</a:t>
            </a:fld>
            <a:endParaRPr lang="en-US"/>
          </a:p>
        </p:txBody>
      </p:sp>
    </p:spTree>
    <p:extLst>
      <p:ext uri="{BB962C8B-B14F-4D97-AF65-F5344CB8AC3E}">
        <p14:creationId xmlns:p14="http://schemas.microsoft.com/office/powerpoint/2010/main" val="444510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t>
            </a:r>
            <a:r>
              <a:rPr lang="en-US" dirty="0" err="1"/>
              <a:t>heres</a:t>
            </a:r>
            <a:r>
              <a:rPr lang="en-US" dirty="0"/>
              <a:t>  a populated 3d model of the same board</a:t>
            </a:r>
          </a:p>
        </p:txBody>
      </p:sp>
      <p:sp>
        <p:nvSpPr>
          <p:cNvPr id="4" name="Slide Number Placeholder 3"/>
          <p:cNvSpPr>
            <a:spLocks noGrp="1"/>
          </p:cNvSpPr>
          <p:nvPr>
            <p:ph type="sldNum" sz="quarter" idx="5"/>
          </p:nvPr>
        </p:nvSpPr>
        <p:spPr/>
        <p:txBody>
          <a:bodyPr/>
          <a:lstStyle/>
          <a:p>
            <a:fld id="{04F5A0A1-BFCA-4EFA-BAA4-0785F9695BCF}" type="slidenum">
              <a:rPr lang="en-US" smtClean="0"/>
              <a:t>24</a:t>
            </a:fld>
            <a:endParaRPr lang="en-US"/>
          </a:p>
        </p:txBody>
      </p:sp>
    </p:spTree>
    <p:extLst>
      <p:ext uri="{BB962C8B-B14F-4D97-AF65-F5344CB8AC3E}">
        <p14:creationId xmlns:p14="http://schemas.microsoft.com/office/powerpoint/2010/main" val="2669151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put through manufacture this is what I got</a:t>
            </a:r>
          </a:p>
        </p:txBody>
      </p:sp>
      <p:sp>
        <p:nvSpPr>
          <p:cNvPr id="4" name="Slide Number Placeholder 3"/>
          <p:cNvSpPr>
            <a:spLocks noGrp="1"/>
          </p:cNvSpPr>
          <p:nvPr>
            <p:ph type="sldNum" sz="quarter" idx="5"/>
          </p:nvPr>
        </p:nvSpPr>
        <p:spPr/>
        <p:txBody>
          <a:bodyPr/>
          <a:lstStyle/>
          <a:p>
            <a:fld id="{04F5A0A1-BFCA-4EFA-BAA4-0785F9695BCF}" type="slidenum">
              <a:rPr lang="en-US" smtClean="0"/>
              <a:t>25</a:t>
            </a:fld>
            <a:endParaRPr lang="en-US"/>
          </a:p>
        </p:txBody>
      </p:sp>
    </p:spTree>
    <p:extLst>
      <p:ext uri="{BB962C8B-B14F-4D97-AF65-F5344CB8AC3E}">
        <p14:creationId xmlns:p14="http://schemas.microsoft.com/office/powerpoint/2010/main" val="3629278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around 100 sources so I compiled them on my </a:t>
            </a:r>
            <a:r>
              <a:rPr lang="en-US" dirty="0" err="1"/>
              <a:t>github</a:t>
            </a:r>
            <a:r>
              <a:rPr lang="en-US" dirty="0"/>
              <a:t>.</a:t>
            </a:r>
          </a:p>
        </p:txBody>
      </p:sp>
      <p:sp>
        <p:nvSpPr>
          <p:cNvPr id="4" name="Slide Number Placeholder 3"/>
          <p:cNvSpPr>
            <a:spLocks noGrp="1"/>
          </p:cNvSpPr>
          <p:nvPr>
            <p:ph type="sldNum" sz="quarter" idx="5"/>
          </p:nvPr>
        </p:nvSpPr>
        <p:spPr/>
        <p:txBody>
          <a:bodyPr/>
          <a:lstStyle/>
          <a:p>
            <a:fld id="{04F5A0A1-BFCA-4EFA-BAA4-0785F9695BCF}" type="slidenum">
              <a:rPr lang="en-US" smtClean="0"/>
              <a:t>26</a:t>
            </a:fld>
            <a:endParaRPr lang="en-US"/>
          </a:p>
        </p:txBody>
      </p:sp>
    </p:spTree>
    <p:extLst>
      <p:ext uri="{BB962C8B-B14F-4D97-AF65-F5344CB8AC3E}">
        <p14:creationId xmlns:p14="http://schemas.microsoft.com/office/powerpoint/2010/main" val="137668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D9488-0D44-0F78-F66F-E59B3AFB1B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2E3E47-FBDA-0644-D24E-CCE4652BD6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ECE8FB-A850-D596-B2FE-98AB57A2CB5D}"/>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5" name="Footer Placeholder 4">
            <a:extLst>
              <a:ext uri="{FF2B5EF4-FFF2-40B4-BE49-F238E27FC236}">
                <a16:creationId xmlns:a16="http://schemas.microsoft.com/office/drawing/2014/main" id="{E5D115E1-9257-1EA8-6130-1C5A74611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C45EC-C14A-D828-DF6C-B582800DBB4B}"/>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353098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8CFCD-BEE5-C6F4-D647-DC30CBD71D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E4E496-A6BC-213A-40D4-2C7D03E0CE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C713C-4F70-CD65-8FC8-80A0D8A5F06D}"/>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5" name="Footer Placeholder 4">
            <a:extLst>
              <a:ext uri="{FF2B5EF4-FFF2-40B4-BE49-F238E27FC236}">
                <a16:creationId xmlns:a16="http://schemas.microsoft.com/office/drawing/2014/main" id="{ECE00926-1E51-7991-E7A2-44A5E6E15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48A85-FD9B-EFCE-7D3A-623BDC8E8A95}"/>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40322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EE41-3FCD-1115-626C-2BE5B57640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FD423E-4898-0668-BAC0-F7BD3FF3AC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3DD56-0C99-D8BE-B953-AF1ACF4FFCBC}"/>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5" name="Footer Placeholder 4">
            <a:extLst>
              <a:ext uri="{FF2B5EF4-FFF2-40B4-BE49-F238E27FC236}">
                <a16:creationId xmlns:a16="http://schemas.microsoft.com/office/drawing/2014/main" id="{904FCACB-AFFB-9770-8F9B-66700409A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87B64-0F33-4EC0-1B8B-5BF3B06C18B3}"/>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1126036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7268-88E8-2665-43E6-3B7892E914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36C1ED-DDD4-4331-02C5-60DBD9B137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760179-8840-2BF7-9003-1BDFCE76C5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A36C99-BBA3-FD39-D9C5-A3A1E8D30E44}"/>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6" name="Footer Placeholder 5">
            <a:extLst>
              <a:ext uri="{FF2B5EF4-FFF2-40B4-BE49-F238E27FC236}">
                <a16:creationId xmlns:a16="http://schemas.microsoft.com/office/drawing/2014/main" id="{AF5BF798-AEB5-0B78-5AF3-67EAA89C48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D66850-1B94-2B3C-80D9-98BF9B2BE48C}"/>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2691102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B642A-ABAC-72F1-BBCB-E418838872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77994C-2B20-1F8F-D39A-7E4892FD75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C0FE3-0D35-6E75-8802-1EC804F15E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7C38B8-ED83-F7F7-38DC-D771C3B84A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C43067-6029-869A-913F-D5A7DA6AD0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919887-31CF-378B-7DFA-7EE73A57BD86}"/>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8" name="Footer Placeholder 7">
            <a:extLst>
              <a:ext uri="{FF2B5EF4-FFF2-40B4-BE49-F238E27FC236}">
                <a16:creationId xmlns:a16="http://schemas.microsoft.com/office/drawing/2014/main" id="{CF914A4B-B022-E7A8-EE8E-08C3D34579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061652-A12C-4B28-C71F-6B0F426D404E}"/>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410914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800A-28FC-5ABA-EF21-4D8069EB67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153B94-54D9-019E-8EF1-634D7820C675}"/>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4" name="Footer Placeholder 3">
            <a:extLst>
              <a:ext uri="{FF2B5EF4-FFF2-40B4-BE49-F238E27FC236}">
                <a16:creationId xmlns:a16="http://schemas.microsoft.com/office/drawing/2014/main" id="{A6D4E201-B969-0209-CECC-D10352821A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717214-4E88-36F3-B909-D7A817AF0D63}"/>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583407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CE90F9-A833-15A7-20D1-37632AB74CB0}"/>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3" name="Footer Placeholder 2">
            <a:extLst>
              <a:ext uri="{FF2B5EF4-FFF2-40B4-BE49-F238E27FC236}">
                <a16:creationId xmlns:a16="http://schemas.microsoft.com/office/drawing/2014/main" id="{2950ECF2-EC18-5C3B-2A77-80BF61A24D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F9297C-9569-78F7-D178-41E8BAF17DF5}"/>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2068147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02E25-C57A-DE5C-715B-61978B6683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B5C457-7FF0-0ACC-B718-ECD1AF8C31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1383D3-7281-DEAA-2A64-4BED2F2E1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0141CA-1A97-987D-3C58-A86ACB14E57C}"/>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6" name="Footer Placeholder 5">
            <a:extLst>
              <a:ext uri="{FF2B5EF4-FFF2-40B4-BE49-F238E27FC236}">
                <a16:creationId xmlns:a16="http://schemas.microsoft.com/office/drawing/2014/main" id="{59B2B0D2-8752-74C2-69A8-92E9F3888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0022F2-19D1-DC82-BD70-794FF40EDAA3}"/>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153076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B32D6-120A-6A94-BD5A-A425FD708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77133-7819-2954-2B2D-4434CAFFB3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5A1717-762D-9E1C-D611-AB0441DBFF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4C41A3-30E4-B021-EF07-28715AB1FEEC}"/>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6" name="Footer Placeholder 5">
            <a:extLst>
              <a:ext uri="{FF2B5EF4-FFF2-40B4-BE49-F238E27FC236}">
                <a16:creationId xmlns:a16="http://schemas.microsoft.com/office/drawing/2014/main" id="{562B441C-9263-FEF1-FB32-50E76983F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53AAB6-987E-DA34-5F94-98CA752BD5F6}"/>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3177867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134E-A34A-EDE4-2880-D29EC92551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92CAFB-724A-02F6-7662-3A8E35258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9ECD9-26F9-80C8-F7B8-C3F544BB4D4F}"/>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5" name="Footer Placeholder 4">
            <a:extLst>
              <a:ext uri="{FF2B5EF4-FFF2-40B4-BE49-F238E27FC236}">
                <a16:creationId xmlns:a16="http://schemas.microsoft.com/office/drawing/2014/main" id="{1C020115-4063-DADF-455A-E90C59CA9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7F79A1-000D-F421-F513-2CB3BE3A0A46}"/>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257522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34D1C-A3BE-C954-DE29-82A444A1AB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5C0664-52B2-7994-C351-15B8948A5E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E86901-C537-3311-3119-76355998CA86}"/>
              </a:ext>
            </a:extLst>
          </p:cNvPr>
          <p:cNvSpPr>
            <a:spLocks noGrp="1"/>
          </p:cNvSpPr>
          <p:nvPr>
            <p:ph type="dt" sz="half" idx="10"/>
          </p:nvPr>
        </p:nvSpPr>
        <p:spPr/>
        <p:txBody>
          <a:bodyPr/>
          <a:lstStyle/>
          <a:p>
            <a:fld id="{89CE8783-D9B0-400B-A0C6-8260AEEDD939}" type="datetimeFigureOut">
              <a:rPr lang="en-US" smtClean="0"/>
              <a:t>4/23/2025</a:t>
            </a:fld>
            <a:endParaRPr lang="en-US"/>
          </a:p>
        </p:txBody>
      </p:sp>
      <p:sp>
        <p:nvSpPr>
          <p:cNvPr id="5" name="Footer Placeholder 4">
            <a:extLst>
              <a:ext uri="{FF2B5EF4-FFF2-40B4-BE49-F238E27FC236}">
                <a16:creationId xmlns:a16="http://schemas.microsoft.com/office/drawing/2014/main" id="{BB1848F9-565A-461D-DBB9-3C626A37B0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0199C-47E9-6444-555D-7ADFE259AE71}"/>
              </a:ext>
            </a:extLst>
          </p:cNvPr>
          <p:cNvSpPr>
            <a:spLocks noGrp="1"/>
          </p:cNvSpPr>
          <p:nvPr>
            <p:ph type="sldNum" sz="quarter" idx="12"/>
          </p:nvPr>
        </p:nvSpPr>
        <p:spPr/>
        <p:txBody>
          <a:bodyPr/>
          <a:lstStyle/>
          <a:p>
            <a:fld id="{2B836218-1E46-4BDE-BEBC-251B3A0103F2}" type="slidenum">
              <a:rPr lang="en-US" smtClean="0"/>
              <a:t>‹#›</a:t>
            </a:fld>
            <a:endParaRPr lang="en-US"/>
          </a:p>
        </p:txBody>
      </p:sp>
    </p:spTree>
    <p:extLst>
      <p:ext uri="{BB962C8B-B14F-4D97-AF65-F5344CB8AC3E}">
        <p14:creationId xmlns:p14="http://schemas.microsoft.com/office/powerpoint/2010/main" val="3049666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A5982A-F450-B045-1CA3-50BAFD5873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C4796F-6FCF-23DD-F755-AD961D55F4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2DAE0-FB40-234D-4F50-CCDAA52DC0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CE8783-D9B0-400B-A0C6-8260AEEDD939}" type="datetimeFigureOut">
              <a:rPr lang="en-US" smtClean="0"/>
              <a:t>4/23/2025</a:t>
            </a:fld>
            <a:endParaRPr lang="en-US"/>
          </a:p>
        </p:txBody>
      </p:sp>
      <p:sp>
        <p:nvSpPr>
          <p:cNvPr id="5" name="Footer Placeholder 4">
            <a:extLst>
              <a:ext uri="{FF2B5EF4-FFF2-40B4-BE49-F238E27FC236}">
                <a16:creationId xmlns:a16="http://schemas.microsoft.com/office/drawing/2014/main" id="{FCE968B0-2D79-6CE9-8983-3BAC43FC5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BA3595-887D-785F-4865-FE4B26777C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836218-1E46-4BDE-BEBC-251B3A0103F2}" type="slidenum">
              <a:rPr lang="en-US" smtClean="0"/>
              <a:t>‹#›</a:t>
            </a:fld>
            <a:endParaRPr lang="en-US"/>
          </a:p>
        </p:txBody>
      </p:sp>
    </p:spTree>
    <p:extLst>
      <p:ext uri="{BB962C8B-B14F-4D97-AF65-F5344CB8AC3E}">
        <p14:creationId xmlns:p14="http://schemas.microsoft.com/office/powerpoint/2010/main" val="3036777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https://github.com/poypiy/Geiger_Muller_Build" TargetMode="Externa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B63F3-120B-BDC5-7647-1AEDF09EA16A}"/>
              </a:ext>
            </a:extLst>
          </p:cNvPr>
          <p:cNvSpPr>
            <a:spLocks noGrp="1"/>
          </p:cNvSpPr>
          <p:nvPr>
            <p:ph type="ctrTitle"/>
          </p:nvPr>
        </p:nvSpPr>
        <p:spPr/>
        <p:txBody>
          <a:bodyPr/>
          <a:lstStyle/>
          <a:p>
            <a:r>
              <a:rPr lang="en-US" dirty="0"/>
              <a:t>My Capstone Project</a:t>
            </a:r>
          </a:p>
        </p:txBody>
      </p:sp>
      <p:sp>
        <p:nvSpPr>
          <p:cNvPr id="3" name="Subtitle 2">
            <a:extLst>
              <a:ext uri="{FF2B5EF4-FFF2-40B4-BE49-F238E27FC236}">
                <a16:creationId xmlns:a16="http://schemas.microsoft.com/office/drawing/2014/main" id="{9C4EF34A-3720-E9D8-FE19-215DBE5A9F0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8172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155C20-3F0E-4576-8A0B-C345B6231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8F8CF76-0CA3-BE55-557B-AFC7E26BCD7A}"/>
              </a:ext>
            </a:extLst>
          </p:cNvPr>
          <p:cNvSpPr>
            <a:spLocks noGrp="1"/>
          </p:cNvSpPr>
          <p:nvPr>
            <p:ph type="title"/>
          </p:nvPr>
        </p:nvSpPr>
        <p:spPr>
          <a:xfrm>
            <a:off x="466730" y="1598246"/>
            <a:ext cx="4554659" cy="5034817"/>
          </a:xfrm>
        </p:spPr>
        <p:txBody>
          <a:bodyPr vert="horz" lIns="91440" tIns="45720" rIns="91440" bIns="45720" rtlCol="0" anchor="t">
            <a:normAutofit/>
          </a:bodyPr>
          <a:lstStyle/>
          <a:p>
            <a:r>
              <a:rPr lang="en-US" sz="8000" kern="1200">
                <a:solidFill>
                  <a:srgbClr val="FFFFFF"/>
                </a:solidFill>
                <a:latin typeface="+mj-lt"/>
                <a:ea typeface="+mj-ea"/>
                <a:cs typeface="+mj-cs"/>
              </a:rPr>
              <a:t>My guiding question</a:t>
            </a:r>
          </a:p>
        </p:txBody>
      </p:sp>
      <p:sp>
        <p:nvSpPr>
          <p:cNvPr id="3" name="Content Placeholder 2">
            <a:extLst>
              <a:ext uri="{FF2B5EF4-FFF2-40B4-BE49-F238E27FC236}">
                <a16:creationId xmlns:a16="http://schemas.microsoft.com/office/drawing/2014/main" id="{79A0BB0B-782E-9346-2BEB-CE677FF1CB0E}"/>
              </a:ext>
            </a:extLst>
          </p:cNvPr>
          <p:cNvSpPr>
            <a:spLocks noGrp="1"/>
          </p:cNvSpPr>
          <p:nvPr>
            <p:ph idx="1"/>
          </p:nvPr>
        </p:nvSpPr>
        <p:spPr>
          <a:xfrm>
            <a:off x="5792994" y="1590840"/>
            <a:ext cx="5010506" cy="5007531"/>
          </a:xfrm>
        </p:spPr>
        <p:txBody>
          <a:bodyPr vert="horz" lIns="91440" tIns="45720" rIns="91440" bIns="45720" rtlCol="0">
            <a:normAutofit/>
          </a:bodyPr>
          <a:lstStyle/>
          <a:p>
            <a:pPr marL="0" indent="0">
              <a:buNone/>
            </a:pPr>
            <a:r>
              <a:rPr lang="en-US" sz="4400" kern="1200">
                <a:solidFill>
                  <a:srgbClr val="FFFFFF"/>
                </a:solidFill>
                <a:latin typeface="+mn-lt"/>
                <a:ea typeface="+mn-ea"/>
                <a:cs typeface="+mn-cs"/>
              </a:rPr>
              <a:t>“How can I safely and efficiently research, plan, and manufacture a Geiger muller counter”</a:t>
            </a:r>
          </a:p>
        </p:txBody>
      </p:sp>
      <p:cxnSp>
        <p:nvCxnSpPr>
          <p:cNvPr id="10" name="Straight Connector 9">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2" name="Graphic 21">
            <a:extLst>
              <a:ext uri="{FF2B5EF4-FFF2-40B4-BE49-F238E27FC236}">
                <a16:creationId xmlns:a16="http://schemas.microsoft.com/office/drawing/2014/main" id="{0BAEB82B-9A6B-4982-B56B-7529C6EA9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3128" y="1731109"/>
            <a:ext cx="139039" cy="136646"/>
          </a:xfrm>
          <a:custGeom>
            <a:avLst/>
            <a:gdLst>
              <a:gd name="connsiteX0" fmla="*/ 129602 w 139039"/>
              <a:gd name="connsiteY0" fmla="*/ 59048 h 136646"/>
              <a:gd name="connsiteX1" fmla="*/ 78957 w 139039"/>
              <a:gd name="connsiteY1" fmla="*/ 59048 h 136646"/>
              <a:gd name="connsiteX2" fmla="*/ 78957 w 139039"/>
              <a:gd name="connsiteY2" fmla="*/ 9275 h 136646"/>
              <a:gd name="connsiteX3" fmla="*/ 69520 w 139039"/>
              <a:gd name="connsiteY3" fmla="*/ 0 h 136646"/>
              <a:gd name="connsiteX4" fmla="*/ 60082 w 139039"/>
              <a:gd name="connsiteY4" fmla="*/ 9275 h 136646"/>
              <a:gd name="connsiteX5" fmla="*/ 60082 w 139039"/>
              <a:gd name="connsiteY5" fmla="*/ 59048 h 136646"/>
              <a:gd name="connsiteX6" fmla="*/ 9437 w 139039"/>
              <a:gd name="connsiteY6" fmla="*/ 59048 h 136646"/>
              <a:gd name="connsiteX7" fmla="*/ 0 w 139039"/>
              <a:gd name="connsiteY7" fmla="*/ 68323 h 136646"/>
              <a:gd name="connsiteX8" fmla="*/ 9437 w 139039"/>
              <a:gd name="connsiteY8" fmla="*/ 77598 h 136646"/>
              <a:gd name="connsiteX9" fmla="*/ 60082 w 139039"/>
              <a:gd name="connsiteY9" fmla="*/ 77598 h 136646"/>
              <a:gd name="connsiteX10" fmla="*/ 60082 w 139039"/>
              <a:gd name="connsiteY10" fmla="*/ 127371 h 136646"/>
              <a:gd name="connsiteX11" fmla="*/ 69520 w 139039"/>
              <a:gd name="connsiteY11" fmla="*/ 136646 h 136646"/>
              <a:gd name="connsiteX12" fmla="*/ 78957 w 139039"/>
              <a:gd name="connsiteY12" fmla="*/ 127371 h 136646"/>
              <a:gd name="connsiteX13" fmla="*/ 78957 w 139039"/>
              <a:gd name="connsiteY13" fmla="*/ 77598 h 136646"/>
              <a:gd name="connsiteX14" fmla="*/ 129602 w 139039"/>
              <a:gd name="connsiteY14" fmla="*/ 77598 h 136646"/>
              <a:gd name="connsiteX15" fmla="*/ 139039 w 139039"/>
              <a:gd name="connsiteY15" fmla="*/ 68323 h 136646"/>
              <a:gd name="connsiteX16" fmla="*/ 129602 w 139039"/>
              <a:gd name="connsiteY16" fmla="*/ 59048 h 13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6646">
                <a:moveTo>
                  <a:pt x="129602" y="59048"/>
                </a:moveTo>
                <a:lnTo>
                  <a:pt x="78957" y="59048"/>
                </a:lnTo>
                <a:lnTo>
                  <a:pt x="78957" y="9275"/>
                </a:lnTo>
                <a:cubicBezTo>
                  <a:pt x="78957" y="4152"/>
                  <a:pt x="74731" y="0"/>
                  <a:pt x="69520" y="0"/>
                </a:cubicBezTo>
                <a:cubicBezTo>
                  <a:pt x="64308" y="0"/>
                  <a:pt x="60082" y="4152"/>
                  <a:pt x="60082" y="9275"/>
                </a:cubicBezTo>
                <a:lnTo>
                  <a:pt x="60082" y="59048"/>
                </a:lnTo>
                <a:lnTo>
                  <a:pt x="9437" y="59048"/>
                </a:lnTo>
                <a:cubicBezTo>
                  <a:pt x="4225" y="59048"/>
                  <a:pt x="0" y="63201"/>
                  <a:pt x="0" y="68323"/>
                </a:cubicBezTo>
                <a:cubicBezTo>
                  <a:pt x="0" y="73445"/>
                  <a:pt x="4225" y="77598"/>
                  <a:pt x="9437" y="77598"/>
                </a:cubicBezTo>
                <a:lnTo>
                  <a:pt x="60082" y="77598"/>
                </a:lnTo>
                <a:lnTo>
                  <a:pt x="60082" y="127371"/>
                </a:lnTo>
                <a:cubicBezTo>
                  <a:pt x="60082" y="132493"/>
                  <a:pt x="64308" y="136646"/>
                  <a:pt x="69520" y="136646"/>
                </a:cubicBezTo>
                <a:cubicBezTo>
                  <a:pt x="74731" y="136646"/>
                  <a:pt x="78957" y="132493"/>
                  <a:pt x="78957" y="127371"/>
                </a:cubicBezTo>
                <a:lnTo>
                  <a:pt x="78957" y="77598"/>
                </a:lnTo>
                <a:lnTo>
                  <a:pt x="129602" y="77598"/>
                </a:lnTo>
                <a:cubicBezTo>
                  <a:pt x="134814" y="77598"/>
                  <a:pt x="139039" y="73445"/>
                  <a:pt x="139039" y="68323"/>
                </a:cubicBezTo>
                <a:cubicBezTo>
                  <a:pt x="139039" y="63201"/>
                  <a:pt x="134814" y="59048"/>
                  <a:pt x="129602" y="59048"/>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4" name="Graphic 17">
            <a:extLst>
              <a:ext uri="{FF2B5EF4-FFF2-40B4-BE49-F238E27FC236}">
                <a16:creationId xmlns:a16="http://schemas.microsoft.com/office/drawing/2014/main" id="{FC71CE45-EECF-4555-AD4B-1B3D0D5D1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1908" y="1956458"/>
            <a:ext cx="91138" cy="89570"/>
          </a:xfrm>
          <a:custGeom>
            <a:avLst/>
            <a:gdLst>
              <a:gd name="connsiteX0" fmla="*/ 91138 w 91138"/>
              <a:gd name="connsiteY0" fmla="*/ 44785 h 89570"/>
              <a:gd name="connsiteX1" fmla="*/ 45569 w 91138"/>
              <a:gd name="connsiteY1" fmla="*/ 89570 h 89570"/>
              <a:gd name="connsiteX2" fmla="*/ 0 w 91138"/>
              <a:gd name="connsiteY2" fmla="*/ 44785 h 89570"/>
              <a:gd name="connsiteX3" fmla="*/ 45569 w 91138"/>
              <a:gd name="connsiteY3" fmla="*/ 0 h 89570"/>
              <a:gd name="connsiteX4" fmla="*/ 91138 w 91138"/>
              <a:gd name="connsiteY4" fmla="*/ 44785 h 89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89570">
                <a:moveTo>
                  <a:pt x="91138" y="44785"/>
                </a:moveTo>
                <a:cubicBezTo>
                  <a:pt x="91138" y="69519"/>
                  <a:pt x="70736" y="89570"/>
                  <a:pt x="45569" y="89570"/>
                </a:cubicBezTo>
                <a:cubicBezTo>
                  <a:pt x="20402" y="89570"/>
                  <a:pt x="0" y="69519"/>
                  <a:pt x="0" y="44785"/>
                </a:cubicBezTo>
                <a:cubicBezTo>
                  <a:pt x="0" y="20051"/>
                  <a:pt x="20402" y="0"/>
                  <a:pt x="45569" y="0"/>
                </a:cubicBezTo>
                <a:cubicBezTo>
                  <a:pt x="70736" y="0"/>
                  <a:pt x="91138" y="20051"/>
                  <a:pt x="91138" y="44785"/>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6" name="Graphic 22">
            <a:extLst>
              <a:ext uri="{FF2B5EF4-FFF2-40B4-BE49-F238E27FC236}">
                <a16:creationId xmlns:a16="http://schemas.microsoft.com/office/drawing/2014/main" id="{53AA89D1-0C70-46BB-8E35-5722A4B18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7588" y="2177021"/>
            <a:ext cx="127714" cy="125516"/>
          </a:xfrm>
          <a:custGeom>
            <a:avLst/>
            <a:gdLst>
              <a:gd name="connsiteX0" fmla="*/ 63857 w 127714"/>
              <a:gd name="connsiteY0" fmla="*/ 18549 h 125516"/>
              <a:gd name="connsiteX1" fmla="*/ 108840 w 127714"/>
              <a:gd name="connsiteY1" fmla="*/ 62758 h 125516"/>
              <a:gd name="connsiteX2" fmla="*/ 63857 w 127714"/>
              <a:gd name="connsiteY2" fmla="*/ 106967 h 125516"/>
              <a:gd name="connsiteX3" fmla="*/ 18874 w 127714"/>
              <a:gd name="connsiteY3" fmla="*/ 62758 h 125516"/>
              <a:gd name="connsiteX4" fmla="*/ 63857 w 127714"/>
              <a:gd name="connsiteY4" fmla="*/ 18549 h 125516"/>
              <a:gd name="connsiteX5" fmla="*/ 63857 w 127714"/>
              <a:gd name="connsiteY5" fmla="*/ 0 h 125516"/>
              <a:gd name="connsiteX6" fmla="*/ 0 w 127714"/>
              <a:gd name="connsiteY6" fmla="*/ 62758 h 125516"/>
              <a:gd name="connsiteX7" fmla="*/ 63857 w 127714"/>
              <a:gd name="connsiteY7" fmla="*/ 125516 h 125516"/>
              <a:gd name="connsiteX8" fmla="*/ 127714 w 127714"/>
              <a:gd name="connsiteY8" fmla="*/ 62758 h 125516"/>
              <a:gd name="connsiteX9" fmla="*/ 63857 w 127714"/>
              <a:gd name="connsiteY9" fmla="*/ 0 h 12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5516">
                <a:moveTo>
                  <a:pt x="63857" y="18549"/>
                </a:moveTo>
                <a:cubicBezTo>
                  <a:pt x="88700" y="18549"/>
                  <a:pt x="108840" y="38342"/>
                  <a:pt x="108840" y="62758"/>
                </a:cubicBezTo>
                <a:cubicBezTo>
                  <a:pt x="108840" y="87174"/>
                  <a:pt x="88700" y="106967"/>
                  <a:pt x="63857" y="106967"/>
                </a:cubicBezTo>
                <a:cubicBezTo>
                  <a:pt x="39014" y="106967"/>
                  <a:pt x="18874" y="87174"/>
                  <a:pt x="18874" y="62758"/>
                </a:cubicBezTo>
                <a:cubicBezTo>
                  <a:pt x="18898" y="38352"/>
                  <a:pt x="39024" y="18573"/>
                  <a:pt x="63857" y="18549"/>
                </a:cubicBezTo>
                <a:moveTo>
                  <a:pt x="63857" y="0"/>
                </a:moveTo>
                <a:cubicBezTo>
                  <a:pt x="28590" y="0"/>
                  <a:pt x="0" y="28098"/>
                  <a:pt x="0" y="62758"/>
                </a:cubicBezTo>
                <a:cubicBezTo>
                  <a:pt x="0" y="97418"/>
                  <a:pt x="28590" y="125516"/>
                  <a:pt x="63857" y="125516"/>
                </a:cubicBezTo>
                <a:cubicBezTo>
                  <a:pt x="99124" y="125516"/>
                  <a:pt x="127714" y="97418"/>
                  <a:pt x="127714" y="62758"/>
                </a:cubicBezTo>
                <a:cubicBezTo>
                  <a:pt x="127714" y="28098"/>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4170751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458B3E-A789-CA78-EBC5-C40A1E69CD5F}"/>
              </a:ext>
            </a:extLst>
          </p:cNvPr>
          <p:cNvPicPr>
            <a:picLocks noChangeAspect="1"/>
          </p:cNvPicPr>
          <p:nvPr/>
        </p:nvPicPr>
        <p:blipFill>
          <a:blip r:embed="rId3">
            <a:duotone>
              <a:schemeClr val="bg2">
                <a:shade val="45000"/>
                <a:satMod val="135000"/>
              </a:schemeClr>
              <a:prstClr val="white"/>
            </a:duotone>
          </a:blip>
          <a:src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960AE2-C559-2744-3BCD-730644052714}"/>
              </a:ext>
            </a:extLst>
          </p:cNvPr>
          <p:cNvSpPr>
            <a:spLocks noGrp="1"/>
          </p:cNvSpPr>
          <p:nvPr>
            <p:ph type="title"/>
          </p:nvPr>
        </p:nvSpPr>
        <p:spPr>
          <a:xfrm>
            <a:off x="838200" y="365125"/>
            <a:ext cx="10515600" cy="1325563"/>
          </a:xfrm>
        </p:spPr>
        <p:txBody>
          <a:bodyPr>
            <a:normAutofit/>
          </a:bodyPr>
          <a:lstStyle/>
          <a:p>
            <a:r>
              <a:rPr lang="en-US" dirty="0"/>
              <a:t>Safety</a:t>
            </a:r>
          </a:p>
        </p:txBody>
      </p:sp>
      <p:graphicFrame>
        <p:nvGraphicFramePr>
          <p:cNvPr id="5" name="Content Placeholder 2">
            <a:extLst>
              <a:ext uri="{FF2B5EF4-FFF2-40B4-BE49-F238E27FC236}">
                <a16:creationId xmlns:a16="http://schemas.microsoft.com/office/drawing/2014/main" id="{CFC0167A-F1CA-C191-6286-9FCD7123D99F}"/>
              </a:ext>
            </a:extLst>
          </p:cNvPr>
          <p:cNvGraphicFramePr>
            <a:graphicFrameLocks noGrp="1"/>
          </p:cNvGraphicFramePr>
          <p:nvPr>
            <p:ph idx="1"/>
            <p:extLst>
              <p:ext uri="{D42A27DB-BD31-4B8C-83A1-F6EECF244321}">
                <p14:modId xmlns:p14="http://schemas.microsoft.com/office/powerpoint/2010/main" val="233237019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58866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99AF9-0B35-0DC1-FD10-F63585E1613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overview</a:t>
            </a:r>
          </a:p>
        </p:txBody>
      </p:sp>
      <p:sp>
        <p:nvSpPr>
          <p:cNvPr id="3" name="Content Placeholder 2">
            <a:extLst>
              <a:ext uri="{FF2B5EF4-FFF2-40B4-BE49-F238E27FC236}">
                <a16:creationId xmlns:a16="http://schemas.microsoft.com/office/drawing/2014/main" id="{89448B9D-6290-9DF9-5542-EA5A6CAD18CD}"/>
              </a:ext>
            </a:extLst>
          </p:cNvPr>
          <p:cNvSpPr>
            <a:spLocks noGrp="1"/>
          </p:cNvSpPr>
          <p:nvPr>
            <p:ph idx="1"/>
          </p:nvPr>
        </p:nvSpPr>
        <p:spPr>
          <a:xfrm>
            <a:off x="4810259" y="649480"/>
            <a:ext cx="6555347" cy="5546047"/>
          </a:xfrm>
        </p:spPr>
        <p:txBody>
          <a:bodyPr anchor="ctr">
            <a:normAutofit/>
          </a:bodyPr>
          <a:lstStyle/>
          <a:p>
            <a:r>
              <a:rPr lang="en-US" sz="800"/>
              <a:t>Why I chose to do this</a:t>
            </a:r>
          </a:p>
          <a:p>
            <a:pPr lvl="1"/>
            <a:r>
              <a:rPr lang="en-US" sz="800"/>
              <a:t>Interest in nuclear energy </a:t>
            </a:r>
          </a:p>
          <a:p>
            <a:pPr lvl="1"/>
            <a:r>
              <a:rPr lang="en-US" sz="800"/>
              <a:t>Interest in high voltage</a:t>
            </a:r>
          </a:p>
          <a:p>
            <a:pPr lvl="1"/>
            <a:r>
              <a:rPr lang="en-US" sz="800"/>
              <a:t>I saw all the power conversion and management</a:t>
            </a:r>
          </a:p>
          <a:p>
            <a:pPr lvl="1"/>
            <a:r>
              <a:rPr lang="en-US" sz="800"/>
              <a:t>This is what ive learned blabalblalba everything Ive compiled here</a:t>
            </a:r>
          </a:p>
          <a:p>
            <a:r>
              <a:rPr lang="en-US" sz="800"/>
              <a:t>Resources</a:t>
            </a:r>
          </a:p>
          <a:p>
            <a:pPr lvl="1"/>
            <a:r>
              <a:rPr lang="en-US" sz="800"/>
              <a:t>Most helpful stuff why I found it helpful</a:t>
            </a:r>
          </a:p>
          <a:p>
            <a:pPr lvl="1"/>
            <a:r>
              <a:rPr lang="en-US" sz="800"/>
              <a:t>Mit thing cause it inspired me in the first place but it also gave a false sence of security</a:t>
            </a:r>
          </a:p>
          <a:p>
            <a:r>
              <a:rPr lang="en-US" sz="800"/>
              <a:t>Theory</a:t>
            </a:r>
          </a:p>
          <a:p>
            <a:pPr lvl="1"/>
            <a:r>
              <a:rPr lang="en-US" sz="800"/>
              <a:t>Ionizing radiation</a:t>
            </a:r>
          </a:p>
          <a:p>
            <a:pPr lvl="1"/>
            <a:r>
              <a:rPr lang="en-US" sz="800"/>
              <a:t>Geiger-muller tube</a:t>
            </a:r>
          </a:p>
          <a:p>
            <a:pPr lvl="1"/>
            <a:r>
              <a:rPr lang="en-US" sz="800"/>
              <a:t>Dc-dc power converters</a:t>
            </a:r>
          </a:p>
          <a:p>
            <a:pPr lvl="1"/>
            <a:r>
              <a:rPr lang="en-US" sz="800"/>
              <a:t>Oneshot generation </a:t>
            </a:r>
          </a:p>
          <a:p>
            <a:pPr lvl="1"/>
            <a:r>
              <a:rPr lang="en-US" sz="800"/>
              <a:t>Circuit protection</a:t>
            </a:r>
          </a:p>
          <a:p>
            <a:r>
              <a:rPr lang="en-US" sz="800"/>
              <a:t>Planning </a:t>
            </a:r>
          </a:p>
          <a:p>
            <a:pPr lvl="1"/>
            <a:r>
              <a:rPr lang="en-US" sz="800"/>
              <a:t>High level overview (block diagram)</a:t>
            </a:r>
          </a:p>
          <a:p>
            <a:r>
              <a:rPr lang="en-US" sz="800"/>
              <a:t>Development</a:t>
            </a:r>
          </a:p>
          <a:p>
            <a:pPr lvl="1"/>
            <a:r>
              <a:rPr lang="en-US" sz="800"/>
              <a:t>SPICE program</a:t>
            </a:r>
          </a:p>
          <a:p>
            <a:pPr lvl="1"/>
            <a:r>
              <a:rPr lang="en-US" sz="800"/>
              <a:t>Kicad</a:t>
            </a:r>
          </a:p>
          <a:p>
            <a:pPr lvl="1"/>
            <a:r>
              <a:rPr lang="en-US" sz="800"/>
              <a:t>(video)</a:t>
            </a:r>
          </a:p>
          <a:p>
            <a:r>
              <a:rPr lang="en-US" sz="800"/>
              <a:t>Testing </a:t>
            </a:r>
          </a:p>
          <a:p>
            <a:pPr lvl="1"/>
            <a:r>
              <a:rPr lang="en-US" sz="800"/>
              <a:t>(pictures)</a:t>
            </a:r>
          </a:p>
          <a:p>
            <a:r>
              <a:rPr lang="en-US" sz="800"/>
              <a:t>Manufacture</a:t>
            </a:r>
          </a:p>
          <a:p>
            <a:pPr lvl="1"/>
            <a:r>
              <a:rPr lang="en-US" sz="800"/>
              <a:t>Pcb design</a:t>
            </a:r>
          </a:p>
          <a:p>
            <a:pPr lvl="1"/>
            <a:r>
              <a:rPr lang="en-US" sz="800"/>
              <a:t>assembly</a:t>
            </a:r>
          </a:p>
          <a:p>
            <a:r>
              <a:rPr lang="en-US" sz="800"/>
              <a:t>sources</a:t>
            </a:r>
          </a:p>
        </p:txBody>
      </p:sp>
    </p:spTree>
    <p:extLst>
      <p:ext uri="{BB962C8B-B14F-4D97-AF65-F5344CB8AC3E}">
        <p14:creationId xmlns:p14="http://schemas.microsoft.com/office/powerpoint/2010/main" val="1400945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AF695F69-7001-421E-98A8-E74156934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Geiger Counters">
            <a:extLst>
              <a:ext uri="{FF2B5EF4-FFF2-40B4-BE49-F238E27FC236}">
                <a16:creationId xmlns:a16="http://schemas.microsoft.com/office/drawing/2014/main" id="{1436784D-1C27-FB12-A0A1-E92A17C35E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16667"/>
          <a:stretch/>
        </p:blipFill>
        <p:spPr bwMode="auto">
          <a:xfrm>
            <a:off x="6096010" y="10"/>
            <a:ext cx="6095999" cy="6857990"/>
          </a:xfrm>
          <a:custGeom>
            <a:avLst/>
            <a:gdLst/>
            <a:ahLst/>
            <a:cxnLst/>
            <a:rect l="l" t="t" r="r" b="b"/>
            <a:pathLst>
              <a:path w="6095999" h="6858000">
                <a:moveTo>
                  <a:pt x="0" y="0"/>
                </a:moveTo>
                <a:lnTo>
                  <a:pt x="6095999" y="0"/>
                </a:lnTo>
                <a:lnTo>
                  <a:pt x="6095999" y="6858000"/>
                </a:lnTo>
                <a:lnTo>
                  <a:pt x="0" y="6858000"/>
                </a:lnTo>
                <a:lnTo>
                  <a:pt x="0" y="6857999"/>
                </a:lnTo>
                <a:lnTo>
                  <a:pt x="4220980" y="6857999"/>
                </a:lnTo>
                <a:lnTo>
                  <a:pt x="4213164" y="6851010"/>
                </a:lnTo>
                <a:cubicBezTo>
                  <a:pt x="4181666" y="6825777"/>
                  <a:pt x="4066661" y="6744343"/>
                  <a:pt x="4062999" y="6737842"/>
                </a:cubicBezTo>
                <a:cubicBezTo>
                  <a:pt x="4024279" y="6693220"/>
                  <a:pt x="4060463" y="6731339"/>
                  <a:pt x="3994350" y="6686435"/>
                </a:cubicBezTo>
                <a:cubicBezTo>
                  <a:pt x="3947033" y="6670674"/>
                  <a:pt x="3899856" y="6566625"/>
                  <a:pt x="3859426" y="6512643"/>
                </a:cubicBezTo>
                <a:cubicBezTo>
                  <a:pt x="3843619" y="6494605"/>
                  <a:pt x="3819111" y="6476220"/>
                  <a:pt x="3795266" y="6469055"/>
                </a:cubicBezTo>
                <a:cubicBezTo>
                  <a:pt x="3772240" y="6479507"/>
                  <a:pt x="3769424" y="6446115"/>
                  <a:pt x="3752228" y="6440526"/>
                </a:cubicBezTo>
                <a:cubicBezTo>
                  <a:pt x="3742060" y="6447641"/>
                  <a:pt x="3719048" y="6424775"/>
                  <a:pt x="3716355" y="6414007"/>
                </a:cubicBezTo>
                <a:cubicBezTo>
                  <a:pt x="3729286" y="6392352"/>
                  <a:pt x="3629924" y="6387100"/>
                  <a:pt x="3629916" y="6370687"/>
                </a:cubicBezTo>
                <a:cubicBezTo>
                  <a:pt x="3600280" y="6362353"/>
                  <a:pt x="3495200" y="6368444"/>
                  <a:pt x="3479034" y="6339494"/>
                </a:cubicBezTo>
                <a:cubicBezTo>
                  <a:pt x="3420435" y="6317314"/>
                  <a:pt x="3345614" y="6290932"/>
                  <a:pt x="3319627" y="6285893"/>
                </a:cubicBezTo>
                <a:cubicBezTo>
                  <a:pt x="3282294" y="6327705"/>
                  <a:pt x="3185936" y="6185255"/>
                  <a:pt x="3075494" y="6164273"/>
                </a:cubicBezTo>
                <a:cubicBezTo>
                  <a:pt x="3059427" y="6166243"/>
                  <a:pt x="3051440" y="6164859"/>
                  <a:pt x="3050019" y="6153683"/>
                </a:cubicBezTo>
                <a:cubicBezTo>
                  <a:pt x="3016030" y="6146243"/>
                  <a:pt x="2991340" y="6114870"/>
                  <a:pt x="2963636" y="6123708"/>
                </a:cubicBezTo>
                <a:cubicBezTo>
                  <a:pt x="2928425" y="6105855"/>
                  <a:pt x="2947049" y="6092097"/>
                  <a:pt x="2914912" y="6078439"/>
                </a:cubicBezTo>
                <a:lnTo>
                  <a:pt x="2770812" y="6041758"/>
                </a:lnTo>
                <a:cubicBezTo>
                  <a:pt x="2750466" y="6034724"/>
                  <a:pt x="2729222" y="6014032"/>
                  <a:pt x="2708585" y="6007728"/>
                </a:cubicBezTo>
                <a:lnTo>
                  <a:pt x="2687072" y="6003931"/>
                </a:lnTo>
                <a:lnTo>
                  <a:pt x="2674457" y="5991515"/>
                </a:lnTo>
                <a:cubicBezTo>
                  <a:pt x="2668773" y="5988707"/>
                  <a:pt x="2661696" y="5988167"/>
                  <a:pt x="2652298" y="5991525"/>
                </a:cubicBezTo>
                <a:cubicBezTo>
                  <a:pt x="2634345" y="5986939"/>
                  <a:pt x="2583809" y="5969299"/>
                  <a:pt x="2566743" y="5963996"/>
                </a:cubicBezTo>
                <a:lnTo>
                  <a:pt x="2549903" y="5959709"/>
                </a:lnTo>
                <a:lnTo>
                  <a:pt x="2542177" y="5951723"/>
                </a:lnTo>
                <a:cubicBezTo>
                  <a:pt x="2529898" y="5945994"/>
                  <a:pt x="2498812" y="5935402"/>
                  <a:pt x="2476225" y="5925338"/>
                </a:cubicBezTo>
                <a:cubicBezTo>
                  <a:pt x="2457810" y="5911056"/>
                  <a:pt x="2433846" y="5899348"/>
                  <a:pt x="2406656" y="5891344"/>
                </a:cubicBezTo>
                <a:cubicBezTo>
                  <a:pt x="2400991" y="5896275"/>
                  <a:pt x="2393612" y="5885783"/>
                  <a:pt x="2389160" y="5883030"/>
                </a:cubicBezTo>
                <a:cubicBezTo>
                  <a:pt x="2387458" y="5886701"/>
                  <a:pt x="2375233" y="5885881"/>
                  <a:pt x="2372540" y="5881920"/>
                </a:cubicBezTo>
                <a:cubicBezTo>
                  <a:pt x="2293168" y="5849488"/>
                  <a:pt x="2325743" y="5894734"/>
                  <a:pt x="2283811" y="5862541"/>
                </a:cubicBezTo>
                <a:cubicBezTo>
                  <a:pt x="2275730" y="5859531"/>
                  <a:pt x="2268484" y="5859925"/>
                  <a:pt x="2261759" y="5861764"/>
                </a:cubicBezTo>
                <a:lnTo>
                  <a:pt x="2219265" y="5849327"/>
                </a:lnTo>
                <a:cubicBezTo>
                  <a:pt x="2203078" y="5842651"/>
                  <a:pt x="2185672" y="5837119"/>
                  <a:pt x="2167456" y="5832891"/>
                </a:cubicBezTo>
                <a:cubicBezTo>
                  <a:pt x="2161387" y="5839963"/>
                  <a:pt x="2149583" y="5826532"/>
                  <a:pt x="2143288" y="5823218"/>
                </a:cubicBezTo>
                <a:cubicBezTo>
                  <a:pt x="2141966" y="5828274"/>
                  <a:pt x="2126227" y="5828196"/>
                  <a:pt x="2121889" y="5823116"/>
                </a:cubicBezTo>
                <a:cubicBezTo>
                  <a:pt x="2013448" y="5786297"/>
                  <a:pt x="2065303" y="5844161"/>
                  <a:pt x="2004548" y="5804552"/>
                </a:cubicBezTo>
                <a:cubicBezTo>
                  <a:pt x="1993575" y="5801194"/>
                  <a:pt x="1984449" y="5802325"/>
                  <a:pt x="1976317" y="5805346"/>
                </a:cubicBezTo>
                <a:lnTo>
                  <a:pt x="1960968" y="5813703"/>
                </a:lnTo>
                <a:lnTo>
                  <a:pt x="1951886" y="5808313"/>
                </a:lnTo>
                <a:cubicBezTo>
                  <a:pt x="1914205" y="5801767"/>
                  <a:pt x="1900427" y="5810657"/>
                  <a:pt x="1881129" y="5796205"/>
                </a:cubicBezTo>
                <a:cubicBezTo>
                  <a:pt x="1847467" y="5788576"/>
                  <a:pt x="1808824" y="5783942"/>
                  <a:pt x="1778393" y="5776687"/>
                </a:cubicBezTo>
                <a:cubicBezTo>
                  <a:pt x="1764338" y="5756704"/>
                  <a:pt x="1721542" y="5761928"/>
                  <a:pt x="1698544" y="5752677"/>
                </a:cubicBezTo>
                <a:cubicBezTo>
                  <a:pt x="1688689" y="5744367"/>
                  <a:pt x="1680710" y="5741898"/>
                  <a:pt x="1667763" y="5746936"/>
                </a:cubicBezTo>
                <a:cubicBezTo>
                  <a:pt x="1622782" y="5706970"/>
                  <a:pt x="1636232" y="5740258"/>
                  <a:pt x="1589890" y="5720079"/>
                </a:cubicBezTo>
                <a:cubicBezTo>
                  <a:pt x="1550522" y="5700408"/>
                  <a:pt x="1504390" y="5684235"/>
                  <a:pt x="1470745" y="5647268"/>
                </a:cubicBezTo>
                <a:cubicBezTo>
                  <a:pt x="1465307" y="5637473"/>
                  <a:pt x="1447590" y="5631171"/>
                  <a:pt x="1431171" y="5633192"/>
                </a:cubicBezTo>
                <a:cubicBezTo>
                  <a:pt x="1428344" y="5633540"/>
                  <a:pt x="1425665" y="5634127"/>
                  <a:pt x="1423215" y="5634934"/>
                </a:cubicBezTo>
                <a:cubicBezTo>
                  <a:pt x="1404063" y="5609561"/>
                  <a:pt x="1384477" y="5616951"/>
                  <a:pt x="1377158" y="5600720"/>
                </a:cubicBezTo>
                <a:cubicBezTo>
                  <a:pt x="1337416" y="5587406"/>
                  <a:pt x="1299119" y="5594952"/>
                  <a:pt x="1292001" y="5580595"/>
                </a:cubicBezTo>
                <a:cubicBezTo>
                  <a:pt x="1270404" y="5577445"/>
                  <a:pt x="1236263" y="5586393"/>
                  <a:pt x="1224877" y="5570207"/>
                </a:cubicBezTo>
                <a:cubicBezTo>
                  <a:pt x="1218892" y="5580643"/>
                  <a:pt x="1203320" y="5557444"/>
                  <a:pt x="1188481" y="5562311"/>
                </a:cubicBezTo>
                <a:cubicBezTo>
                  <a:pt x="1177571" y="5566931"/>
                  <a:pt x="1170302" y="5560971"/>
                  <a:pt x="1160620" y="5558862"/>
                </a:cubicBezTo>
                <a:cubicBezTo>
                  <a:pt x="1146504" y="5561577"/>
                  <a:pt x="1106544" y="5545833"/>
                  <a:pt x="1097113" y="5537725"/>
                </a:cubicBezTo>
                <a:cubicBezTo>
                  <a:pt x="1076260" y="5511528"/>
                  <a:pt x="1012618" y="5517876"/>
                  <a:pt x="994944" y="5497522"/>
                </a:cubicBezTo>
                <a:cubicBezTo>
                  <a:pt x="987638" y="5493756"/>
                  <a:pt x="980141" y="5491480"/>
                  <a:pt x="972567" y="5490138"/>
                </a:cubicBezTo>
                <a:lnTo>
                  <a:pt x="927036" y="5488921"/>
                </a:lnTo>
                <a:lnTo>
                  <a:pt x="905198" y="5488488"/>
                </a:lnTo>
                <a:cubicBezTo>
                  <a:pt x="920127" y="5466532"/>
                  <a:pt x="847550" y="5479119"/>
                  <a:pt x="871473" y="5463326"/>
                </a:cubicBezTo>
                <a:cubicBezTo>
                  <a:pt x="835241" y="5455796"/>
                  <a:pt x="824844" y="5441869"/>
                  <a:pt x="787335" y="5431076"/>
                </a:cubicBezTo>
                <a:lnTo>
                  <a:pt x="646418" y="5398569"/>
                </a:lnTo>
                <a:cubicBezTo>
                  <a:pt x="594533" y="5378172"/>
                  <a:pt x="569175" y="5376706"/>
                  <a:pt x="522316" y="5365133"/>
                </a:cubicBezTo>
                <a:cubicBezTo>
                  <a:pt x="485699" y="5316148"/>
                  <a:pt x="451396" y="5327743"/>
                  <a:pt x="425051" y="5295085"/>
                </a:cubicBezTo>
                <a:cubicBezTo>
                  <a:pt x="373115" y="5280721"/>
                  <a:pt x="376598" y="5265782"/>
                  <a:pt x="318461" y="5265657"/>
                </a:cubicBezTo>
                <a:lnTo>
                  <a:pt x="266536" y="5232252"/>
                </a:lnTo>
                <a:cubicBezTo>
                  <a:pt x="254867" y="5225616"/>
                  <a:pt x="251642" y="5227516"/>
                  <a:pt x="248444" y="5225838"/>
                </a:cubicBezTo>
                <a:lnTo>
                  <a:pt x="247345" y="5222181"/>
                </a:lnTo>
                <a:lnTo>
                  <a:pt x="237345" y="5217023"/>
                </a:lnTo>
                <a:lnTo>
                  <a:pt x="219603" y="5204977"/>
                </a:lnTo>
                <a:lnTo>
                  <a:pt x="214443" y="5204489"/>
                </a:lnTo>
                <a:lnTo>
                  <a:pt x="184816" y="5189073"/>
                </a:lnTo>
                <a:lnTo>
                  <a:pt x="183534" y="5189699"/>
                </a:lnTo>
                <a:cubicBezTo>
                  <a:pt x="179981" y="5190754"/>
                  <a:pt x="176085" y="5190869"/>
                  <a:pt x="171363" y="5189023"/>
                </a:cubicBezTo>
                <a:cubicBezTo>
                  <a:pt x="165797" y="5204157"/>
                  <a:pt x="163531" y="5192594"/>
                  <a:pt x="150096" y="5185813"/>
                </a:cubicBezTo>
                <a:lnTo>
                  <a:pt x="59253" y="5172817"/>
                </a:lnTo>
                <a:lnTo>
                  <a:pt x="52526" y="5170052"/>
                </a:lnTo>
                <a:lnTo>
                  <a:pt x="52188" y="5170183"/>
                </a:lnTo>
                <a:cubicBezTo>
                  <a:pt x="50293" y="5169980"/>
                  <a:pt x="47917" y="5169219"/>
                  <a:pt x="44687" y="5167637"/>
                </a:cubicBezTo>
                <a:lnTo>
                  <a:pt x="40261" y="5165012"/>
                </a:lnTo>
                <a:lnTo>
                  <a:pt x="27209" y="5159648"/>
                </a:lnTo>
                <a:lnTo>
                  <a:pt x="21368" y="5159036"/>
                </a:lnTo>
                <a:lnTo>
                  <a:pt x="0" y="5158850"/>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E118CF1-5997-8581-BD64-0DD7D1737087}"/>
              </a:ext>
            </a:extLst>
          </p:cNvPr>
          <p:cNvSpPr>
            <a:spLocks noGrp="1"/>
          </p:cNvSpPr>
          <p:nvPr>
            <p:ph type="title"/>
          </p:nvPr>
        </p:nvSpPr>
        <p:spPr>
          <a:xfrm>
            <a:off x="599818" y="5234320"/>
            <a:ext cx="6931319" cy="752217"/>
          </a:xfrm>
        </p:spPr>
        <p:txBody>
          <a:bodyPr vert="horz" lIns="91440" tIns="45720" rIns="91440" bIns="45720" rtlCol="0" anchor="b">
            <a:normAutofit/>
          </a:bodyPr>
          <a:lstStyle/>
          <a:p>
            <a:r>
              <a:rPr lang="en-US" sz="3600" kern="1200">
                <a:solidFill>
                  <a:schemeClr val="tx1">
                    <a:lumMod val="85000"/>
                    <a:lumOff val="15000"/>
                  </a:schemeClr>
                </a:solidFill>
                <a:latin typeface="+mj-lt"/>
                <a:ea typeface="+mj-ea"/>
                <a:cs typeface="+mj-cs"/>
              </a:rPr>
              <a:t>What is my project</a:t>
            </a:r>
          </a:p>
        </p:txBody>
      </p:sp>
      <p:pic>
        <p:nvPicPr>
          <p:cNvPr id="3074" name="Picture 2" descr="Geiger Counters: Measuring Radiation Through Clicking Sounds">
            <a:extLst>
              <a:ext uri="{FF2B5EF4-FFF2-40B4-BE49-F238E27FC236}">
                <a16:creationId xmlns:a16="http://schemas.microsoft.com/office/drawing/2014/main" id="{2C61EDF1-03A8-47C6-471C-C8CC074A85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0601" r="19305" b="1"/>
          <a:stretch/>
        </p:blipFill>
        <p:spPr bwMode="auto">
          <a:xfrm>
            <a:off x="-5388" y="10"/>
            <a:ext cx="6169518" cy="5158840"/>
          </a:xfrm>
          <a:custGeom>
            <a:avLst/>
            <a:gdLst/>
            <a:ahLst/>
            <a:cxnLst/>
            <a:rect l="l" t="t" r="r" b="b"/>
            <a:pathLst>
              <a:path w="6096000" h="5158850">
                <a:moveTo>
                  <a:pt x="0" y="0"/>
                </a:moveTo>
                <a:lnTo>
                  <a:pt x="6096000" y="0"/>
                </a:lnTo>
                <a:lnTo>
                  <a:pt x="6096000" y="5158850"/>
                </a:lnTo>
                <a:lnTo>
                  <a:pt x="5957305" y="5157644"/>
                </a:lnTo>
                <a:cubicBezTo>
                  <a:pt x="5920540" y="5151975"/>
                  <a:pt x="5887096" y="5153588"/>
                  <a:pt x="5857259" y="5143603"/>
                </a:cubicBezTo>
                <a:cubicBezTo>
                  <a:pt x="5843335" y="5146861"/>
                  <a:pt x="5830921" y="5147051"/>
                  <a:pt x="5821375" y="5137142"/>
                </a:cubicBezTo>
                <a:cubicBezTo>
                  <a:pt x="5786501" y="5134144"/>
                  <a:pt x="5775399" y="5144200"/>
                  <a:pt x="5755916" y="5131695"/>
                </a:cubicBezTo>
                <a:cubicBezTo>
                  <a:pt x="5732132" y="5146996"/>
                  <a:pt x="5732735" y="5139753"/>
                  <a:pt x="5725007" y="5132964"/>
                </a:cubicBezTo>
                <a:lnTo>
                  <a:pt x="5723810" y="5132374"/>
                </a:lnTo>
                <a:lnTo>
                  <a:pt x="5720531" y="5134578"/>
                </a:lnTo>
                <a:lnTo>
                  <a:pt x="5714795" y="5134902"/>
                </a:lnTo>
                <a:lnTo>
                  <a:pt x="5700142" y="5131655"/>
                </a:lnTo>
                <a:lnTo>
                  <a:pt x="5694799" y="5129754"/>
                </a:lnTo>
                <a:cubicBezTo>
                  <a:pt x="5691058" y="5128696"/>
                  <a:pt x="5688491" y="5128320"/>
                  <a:pt x="5686627" y="5128420"/>
                </a:cubicBezTo>
                <a:lnTo>
                  <a:pt x="5686371" y="5128603"/>
                </a:lnTo>
                <a:lnTo>
                  <a:pt x="5678819" y="5126929"/>
                </a:lnTo>
                <a:cubicBezTo>
                  <a:pt x="5666199" y="5123608"/>
                  <a:pt x="5654035" y="5119908"/>
                  <a:pt x="5642547" y="5116000"/>
                </a:cubicBezTo>
                <a:cubicBezTo>
                  <a:pt x="5629445" y="5126457"/>
                  <a:pt x="5588783" y="5104807"/>
                  <a:pt x="5587979" y="5128480"/>
                </a:cubicBezTo>
                <a:cubicBezTo>
                  <a:pt x="5572317" y="5123886"/>
                  <a:pt x="5564904" y="5112774"/>
                  <a:pt x="5566635" y="5128675"/>
                </a:cubicBezTo>
                <a:cubicBezTo>
                  <a:pt x="5561375" y="5127594"/>
                  <a:pt x="5557787" y="5128327"/>
                  <a:pt x="5554953" y="5129937"/>
                </a:cubicBezTo>
                <a:lnTo>
                  <a:pt x="5554039" y="5130763"/>
                </a:lnTo>
                <a:lnTo>
                  <a:pt x="5514254" y="5120517"/>
                </a:lnTo>
                <a:lnTo>
                  <a:pt x="5492156" y="5111382"/>
                </a:lnTo>
                <a:lnTo>
                  <a:pt x="5480446" y="5107855"/>
                </a:lnTo>
                <a:lnTo>
                  <a:pt x="5477744" y="5104402"/>
                </a:lnTo>
                <a:cubicBezTo>
                  <a:pt x="5474490" y="5102038"/>
                  <a:pt x="5469391" y="5100405"/>
                  <a:pt x="5460150" y="5100442"/>
                </a:cubicBezTo>
                <a:lnTo>
                  <a:pt x="5457901" y="5100914"/>
                </a:lnTo>
                <a:lnTo>
                  <a:pt x="5444243" y="5094201"/>
                </a:lnTo>
                <a:cubicBezTo>
                  <a:pt x="5439994" y="5091441"/>
                  <a:pt x="5436419" y="5088231"/>
                  <a:pt x="5433825" y="5084410"/>
                </a:cubicBezTo>
                <a:cubicBezTo>
                  <a:pt x="5379443" y="5093528"/>
                  <a:pt x="5336110" y="5069767"/>
                  <a:pt x="5280996" y="5063773"/>
                </a:cubicBezTo>
                <a:cubicBezTo>
                  <a:pt x="5250806" y="5055129"/>
                  <a:pt x="5168599" y="5059471"/>
                  <a:pt x="5161582" y="5030966"/>
                </a:cubicBezTo>
                <a:cubicBezTo>
                  <a:pt x="5121870" y="5022662"/>
                  <a:pt x="5095637" y="5020496"/>
                  <a:pt x="5042717" y="5013952"/>
                </a:cubicBezTo>
                <a:cubicBezTo>
                  <a:pt x="4991136" y="4983679"/>
                  <a:pt x="4902283" y="4990567"/>
                  <a:pt x="4840514" y="4970468"/>
                </a:cubicBezTo>
                <a:cubicBezTo>
                  <a:pt x="4799904" y="4987615"/>
                  <a:pt x="4824087" y="4969531"/>
                  <a:pt x="4786778" y="4967817"/>
                </a:cubicBezTo>
                <a:cubicBezTo>
                  <a:pt x="4801901" y="4948343"/>
                  <a:pt x="4739845" y="4972374"/>
                  <a:pt x="4743741" y="4948216"/>
                </a:cubicBezTo>
                <a:cubicBezTo>
                  <a:pt x="4736829" y="4948670"/>
                  <a:pt x="4730010" y="4949869"/>
                  <a:pt x="4723136" y="4951257"/>
                </a:cubicBezTo>
                <a:lnTo>
                  <a:pt x="4719535" y="4951970"/>
                </a:lnTo>
                <a:lnTo>
                  <a:pt x="4706143" y="4950704"/>
                </a:lnTo>
                <a:lnTo>
                  <a:pt x="4701098" y="4955500"/>
                </a:lnTo>
                <a:lnTo>
                  <a:pt x="4680034" y="4957289"/>
                </a:lnTo>
                <a:cubicBezTo>
                  <a:pt x="4672339" y="4957161"/>
                  <a:pt x="4664292" y="4956094"/>
                  <a:pt x="4655741" y="4953520"/>
                </a:cubicBezTo>
                <a:cubicBezTo>
                  <a:pt x="4636359" y="4940479"/>
                  <a:pt x="4599701" y="4946454"/>
                  <a:pt x="4569298" y="4940691"/>
                </a:cubicBezTo>
                <a:lnTo>
                  <a:pt x="4555978" y="4935439"/>
                </a:lnTo>
                <a:lnTo>
                  <a:pt x="4508950" y="4932725"/>
                </a:lnTo>
                <a:cubicBezTo>
                  <a:pt x="4495669" y="4931511"/>
                  <a:pt x="4482007" y="4929765"/>
                  <a:pt x="4467838" y="4927057"/>
                </a:cubicBezTo>
                <a:lnTo>
                  <a:pt x="4441949" y="4920349"/>
                </a:lnTo>
                <a:lnTo>
                  <a:pt x="4394719" y="4912853"/>
                </a:lnTo>
                <a:lnTo>
                  <a:pt x="4356810" y="4916186"/>
                </a:lnTo>
                <a:lnTo>
                  <a:pt x="4222145" y="4920166"/>
                </a:lnTo>
                <a:cubicBezTo>
                  <a:pt x="4202488" y="4924963"/>
                  <a:pt x="4184742" y="4944595"/>
                  <a:pt x="4160481" y="4934555"/>
                </a:cubicBezTo>
                <a:cubicBezTo>
                  <a:pt x="4165854" y="4945670"/>
                  <a:pt x="4131661" y="4931019"/>
                  <a:pt x="4124879" y="4940397"/>
                </a:cubicBezTo>
                <a:cubicBezTo>
                  <a:pt x="4120895" y="4948198"/>
                  <a:pt x="4109593" y="4945570"/>
                  <a:pt x="4100114" y="4947117"/>
                </a:cubicBezTo>
                <a:cubicBezTo>
                  <a:pt x="4091835" y="4954382"/>
                  <a:pt x="4045978" y="4954676"/>
                  <a:pt x="4030957" y="4950944"/>
                </a:cubicBezTo>
                <a:cubicBezTo>
                  <a:pt x="3989825" y="4935537"/>
                  <a:pt x="3946860" y="4963196"/>
                  <a:pt x="3913764" y="4951738"/>
                </a:cubicBezTo>
                <a:cubicBezTo>
                  <a:pt x="3904534" y="4951024"/>
                  <a:pt x="3896577" y="4951663"/>
                  <a:pt x="3889457" y="4953140"/>
                </a:cubicBezTo>
                <a:lnTo>
                  <a:pt x="3871115" y="4959252"/>
                </a:lnTo>
                <a:lnTo>
                  <a:pt x="3869086" y="4964946"/>
                </a:lnTo>
                <a:lnTo>
                  <a:pt x="3856124" y="4966504"/>
                </a:lnTo>
                <a:lnTo>
                  <a:pt x="3835967" y="4975175"/>
                </a:lnTo>
                <a:cubicBezTo>
                  <a:pt x="3826465" y="4950975"/>
                  <a:pt x="3782586" y="4987146"/>
                  <a:pt x="3785910" y="4965148"/>
                </a:cubicBezTo>
                <a:cubicBezTo>
                  <a:pt x="3750785" y="4971249"/>
                  <a:pt x="3699033" y="4952693"/>
                  <a:pt x="3671085" y="4977741"/>
                </a:cubicBezTo>
                <a:cubicBezTo>
                  <a:pt x="3621255" y="4982620"/>
                  <a:pt x="3562637" y="4994206"/>
                  <a:pt x="3486928" y="4994420"/>
                </a:cubicBezTo>
                <a:cubicBezTo>
                  <a:pt x="3446030" y="4994640"/>
                  <a:pt x="3343460" y="4976299"/>
                  <a:pt x="3280956" y="4975036"/>
                </a:cubicBezTo>
                <a:cubicBezTo>
                  <a:pt x="3227193" y="4980695"/>
                  <a:pt x="3256481" y="4973778"/>
                  <a:pt x="3211563" y="4993919"/>
                </a:cubicBezTo>
                <a:cubicBezTo>
                  <a:pt x="3207119" y="4990757"/>
                  <a:pt x="3170070" y="4988394"/>
                  <a:pt x="3164681" y="4986606"/>
                </a:cubicBezTo>
                <a:lnTo>
                  <a:pt x="3127171" y="4979411"/>
                </a:lnTo>
                <a:lnTo>
                  <a:pt x="3096889" y="4976795"/>
                </a:lnTo>
                <a:cubicBezTo>
                  <a:pt x="3088441" y="4978753"/>
                  <a:pt x="3082883" y="4978233"/>
                  <a:pt x="3078620" y="4976620"/>
                </a:cubicBezTo>
                <a:lnTo>
                  <a:pt x="3074275" y="4973840"/>
                </a:lnTo>
                <a:lnTo>
                  <a:pt x="3036436" y="4968613"/>
                </a:lnTo>
                <a:lnTo>
                  <a:pt x="3031995" y="4969990"/>
                </a:lnTo>
                <a:lnTo>
                  <a:pt x="2994028" y="4967956"/>
                </a:lnTo>
                <a:cubicBezTo>
                  <a:pt x="2992299" y="4970105"/>
                  <a:pt x="2989407" y="4971561"/>
                  <a:pt x="2984001" y="4971609"/>
                </a:cubicBezTo>
                <a:cubicBezTo>
                  <a:pt x="2994191" y="4986644"/>
                  <a:pt x="2981386" y="4977427"/>
                  <a:pt x="2964542" y="4976237"/>
                </a:cubicBezTo>
                <a:cubicBezTo>
                  <a:pt x="2976613" y="4999323"/>
                  <a:pt x="2927627" y="4986817"/>
                  <a:pt x="2921274" y="4999668"/>
                </a:cubicBezTo>
                <a:cubicBezTo>
                  <a:pt x="2908629" y="4998274"/>
                  <a:pt x="2895476" y="4997220"/>
                  <a:pt x="2882111" y="4996632"/>
                </a:cubicBezTo>
                <a:lnTo>
                  <a:pt x="2874282" y="4996582"/>
                </a:lnTo>
                <a:cubicBezTo>
                  <a:pt x="2874237" y="4996658"/>
                  <a:pt x="2874193" y="4996735"/>
                  <a:pt x="2874147" y="4996812"/>
                </a:cubicBezTo>
                <a:cubicBezTo>
                  <a:pt x="2872492" y="4997296"/>
                  <a:pt x="2869935" y="4997466"/>
                  <a:pt x="2865932" y="4997221"/>
                </a:cubicBezTo>
                <a:lnTo>
                  <a:pt x="2860008" y="4996489"/>
                </a:lnTo>
                <a:lnTo>
                  <a:pt x="2844819" y="4996392"/>
                </a:lnTo>
                <a:lnTo>
                  <a:pt x="2839735" y="4997900"/>
                </a:lnTo>
                <a:lnTo>
                  <a:pt x="2837922" y="5000718"/>
                </a:lnTo>
                <a:lnTo>
                  <a:pt x="2836507" y="5000394"/>
                </a:lnTo>
                <a:cubicBezTo>
                  <a:pt x="2825749" y="4995427"/>
                  <a:pt x="2822382" y="4988291"/>
                  <a:pt x="2808859" y="5008050"/>
                </a:cubicBezTo>
                <a:cubicBezTo>
                  <a:pt x="2784233" y="4999995"/>
                  <a:pt x="2779499" y="5012041"/>
                  <a:pt x="2745907" y="5016391"/>
                </a:cubicBezTo>
                <a:cubicBezTo>
                  <a:pt x="2731796" y="5008784"/>
                  <a:pt x="2720518" y="5011549"/>
                  <a:pt x="2709519" y="5017601"/>
                </a:cubicBezTo>
                <a:cubicBezTo>
                  <a:pt x="2676766" y="5014138"/>
                  <a:pt x="2646981" y="5022656"/>
                  <a:pt x="2610212" y="5024813"/>
                </a:cubicBezTo>
                <a:cubicBezTo>
                  <a:pt x="2570359" y="5014992"/>
                  <a:pt x="2550109" y="5032793"/>
                  <a:pt x="2510814" y="5035020"/>
                </a:cubicBezTo>
                <a:cubicBezTo>
                  <a:pt x="2476639" y="5017991"/>
                  <a:pt x="2482834" y="5049980"/>
                  <a:pt x="2462736" y="5056754"/>
                </a:cubicBezTo>
                <a:lnTo>
                  <a:pt x="2457050" y="5057379"/>
                </a:lnTo>
                <a:lnTo>
                  <a:pt x="2442184" y="5054901"/>
                </a:lnTo>
                <a:lnTo>
                  <a:pt x="2436703" y="5053277"/>
                </a:lnTo>
                <a:cubicBezTo>
                  <a:pt x="2432888" y="5052418"/>
                  <a:pt x="2430299" y="5052175"/>
                  <a:pt x="2428451" y="5052373"/>
                </a:cubicBezTo>
                <a:lnTo>
                  <a:pt x="2420551" y="5051292"/>
                </a:lnTo>
                <a:cubicBezTo>
                  <a:pt x="2407700" y="5048633"/>
                  <a:pt x="2395274" y="5045570"/>
                  <a:pt x="2383501" y="5042264"/>
                </a:cubicBezTo>
                <a:cubicBezTo>
                  <a:pt x="2362992" y="5043848"/>
                  <a:pt x="2317884" y="5059023"/>
                  <a:pt x="2297493" y="5060796"/>
                </a:cubicBezTo>
                <a:lnTo>
                  <a:pt x="2261156" y="5052905"/>
                </a:lnTo>
                <a:lnTo>
                  <a:pt x="2200581" y="5036274"/>
                </a:lnTo>
                <a:lnTo>
                  <a:pt x="2198380" y="5036861"/>
                </a:lnTo>
                <a:lnTo>
                  <a:pt x="2116066" y="5030866"/>
                </a:lnTo>
                <a:cubicBezTo>
                  <a:pt x="2111600" y="5028328"/>
                  <a:pt x="2059664" y="5017338"/>
                  <a:pt x="2056754" y="5013653"/>
                </a:cubicBezTo>
                <a:cubicBezTo>
                  <a:pt x="2003393" y="5025622"/>
                  <a:pt x="1998298" y="5020073"/>
                  <a:pt x="1942916" y="5016969"/>
                </a:cubicBezTo>
                <a:cubicBezTo>
                  <a:pt x="1882138" y="5005950"/>
                  <a:pt x="1836966" y="4987831"/>
                  <a:pt x="1796717" y="4981610"/>
                </a:cubicBezTo>
                <a:cubicBezTo>
                  <a:pt x="1724075" y="4970499"/>
                  <a:pt x="1636218" y="4947449"/>
                  <a:pt x="1583222" y="4942334"/>
                </a:cubicBezTo>
                <a:cubicBezTo>
                  <a:pt x="1544265" y="4961611"/>
                  <a:pt x="1556109" y="4938719"/>
                  <a:pt x="1518821" y="4938963"/>
                </a:cubicBezTo>
                <a:cubicBezTo>
                  <a:pt x="1497291" y="4936197"/>
                  <a:pt x="1483221" y="4927794"/>
                  <a:pt x="1471837" y="4925740"/>
                </a:cubicBezTo>
                <a:lnTo>
                  <a:pt x="1450515" y="4926642"/>
                </a:lnTo>
                <a:lnTo>
                  <a:pt x="1437078" y="4926078"/>
                </a:lnTo>
                <a:lnTo>
                  <a:pt x="1432462" y="4931139"/>
                </a:lnTo>
                <a:lnTo>
                  <a:pt x="1411645" y="4934032"/>
                </a:lnTo>
                <a:cubicBezTo>
                  <a:pt x="1384856" y="4931153"/>
                  <a:pt x="1306656" y="4918434"/>
                  <a:pt x="1271729" y="4913863"/>
                </a:cubicBezTo>
                <a:cubicBezTo>
                  <a:pt x="1258697" y="4907976"/>
                  <a:pt x="1213546" y="4901042"/>
                  <a:pt x="1202076" y="4906608"/>
                </a:cubicBezTo>
                <a:cubicBezTo>
                  <a:pt x="1192059" y="4906580"/>
                  <a:pt x="1182171" y="4902320"/>
                  <a:pt x="1174670" y="4909064"/>
                </a:cubicBezTo>
                <a:cubicBezTo>
                  <a:pt x="1163701" y="4916862"/>
                  <a:pt x="1136874" y="4897641"/>
                  <a:pt x="1137035" y="4908989"/>
                </a:cubicBezTo>
                <a:cubicBezTo>
                  <a:pt x="1117838" y="4895687"/>
                  <a:pt x="1091386" y="4911450"/>
                  <a:pt x="1069882" y="4912892"/>
                </a:cubicBezTo>
                <a:cubicBezTo>
                  <a:pt x="1055589" y="4900472"/>
                  <a:pt x="1024570" y="4915744"/>
                  <a:pt x="980935" y="4911119"/>
                </a:cubicBezTo>
                <a:cubicBezTo>
                  <a:pt x="947614" y="4906556"/>
                  <a:pt x="913224" y="4897403"/>
                  <a:pt x="869960" y="4885518"/>
                </a:cubicBezTo>
                <a:cubicBezTo>
                  <a:pt x="819114" y="4856727"/>
                  <a:pt x="768074" y="4850663"/>
                  <a:pt x="721345" y="4839806"/>
                </a:cubicBezTo>
                <a:cubicBezTo>
                  <a:pt x="667944" y="4829906"/>
                  <a:pt x="698286" y="4859338"/>
                  <a:pt x="635428" y="4830000"/>
                </a:cubicBezTo>
                <a:cubicBezTo>
                  <a:pt x="626286" y="4837571"/>
                  <a:pt x="617638" y="4836842"/>
                  <a:pt x="604106" y="4830842"/>
                </a:cubicBezTo>
                <a:cubicBezTo>
                  <a:pt x="583276" y="4833091"/>
                  <a:pt x="539859" y="4845979"/>
                  <a:pt x="510451" y="4843485"/>
                </a:cubicBezTo>
                <a:cubicBezTo>
                  <a:pt x="489781" y="4840800"/>
                  <a:pt x="443867" y="4818678"/>
                  <a:pt x="427656" y="4815877"/>
                </a:cubicBezTo>
                <a:cubicBezTo>
                  <a:pt x="424088" y="4817297"/>
                  <a:pt x="419580" y="4820561"/>
                  <a:pt x="413184" y="4826676"/>
                </a:cubicBezTo>
                <a:cubicBezTo>
                  <a:pt x="387673" y="4816699"/>
                  <a:pt x="379855" y="4828170"/>
                  <a:pt x="341772" y="4829671"/>
                </a:cubicBezTo>
                <a:cubicBezTo>
                  <a:pt x="327795" y="4821005"/>
                  <a:pt x="314729" y="4822794"/>
                  <a:pt x="301266" y="4827842"/>
                </a:cubicBezTo>
                <a:cubicBezTo>
                  <a:pt x="265781" y="4821714"/>
                  <a:pt x="231017" y="4827635"/>
                  <a:pt x="189886" y="4826710"/>
                </a:cubicBezTo>
                <a:cubicBezTo>
                  <a:pt x="147910" y="4813727"/>
                  <a:pt x="121702" y="4829584"/>
                  <a:pt x="77762" y="4828518"/>
                </a:cubicBezTo>
                <a:cubicBezTo>
                  <a:pt x="38733" y="4806108"/>
                  <a:pt x="44308" y="4851138"/>
                  <a:pt x="8164" y="4846203"/>
                </a:cubicBezTo>
                <a:lnTo>
                  <a:pt x="0" y="4843648"/>
                </a:lnTo>
                <a:lnTo>
                  <a:pt x="0" y="4080681"/>
                </a:lnTo>
                <a:close/>
              </a:path>
            </a:pathLst>
          </a:custGeom>
          <a:noFill/>
          <a:extLst>
            <a:ext uri="{909E8E84-426E-40DD-AFC4-6F175D3DCCD1}">
              <a14:hiddenFill xmlns:a14="http://schemas.microsoft.com/office/drawing/2010/main">
                <a:solidFill>
                  <a:srgbClr val="FFFFFF"/>
                </a:solidFill>
              </a14:hiddenFill>
            </a:ext>
          </a:extLst>
        </p:spPr>
      </p:pic>
      <p:pic>
        <p:nvPicPr>
          <p:cNvPr id="5" name="Geiger Counter Sound">
            <a:hlinkClick r:id="" action="ppaction://media"/>
            <a:extLst>
              <a:ext uri="{FF2B5EF4-FFF2-40B4-BE49-F238E27FC236}">
                <a16:creationId xmlns:a16="http://schemas.microsoft.com/office/drawing/2014/main" id="{26544096-4BB9-F291-05AC-412EBC5DC43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03614" y="5565751"/>
            <a:ext cx="420786" cy="420786"/>
          </a:xfrm>
          <a:prstGeom prst="rect">
            <a:avLst/>
          </a:prstGeom>
        </p:spPr>
      </p:pic>
    </p:spTree>
    <p:extLst>
      <p:ext uri="{BB962C8B-B14F-4D97-AF65-F5344CB8AC3E}">
        <p14:creationId xmlns:p14="http://schemas.microsoft.com/office/powerpoint/2010/main" val="142555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62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544E2D-EBCF-CA50-4CBA-512AC9061CCA}"/>
              </a:ext>
            </a:extLst>
          </p:cNvPr>
          <p:cNvSpPr>
            <a:spLocks noGrp="1"/>
          </p:cNvSpPr>
          <p:nvPr>
            <p:ph type="title"/>
          </p:nvPr>
        </p:nvSpPr>
        <p:spPr>
          <a:xfrm>
            <a:off x="841248" y="334644"/>
            <a:ext cx="10509504" cy="1076914"/>
          </a:xfrm>
        </p:spPr>
        <p:txBody>
          <a:bodyPr anchor="ctr">
            <a:normAutofit/>
          </a:bodyPr>
          <a:lstStyle/>
          <a:p>
            <a:r>
              <a:rPr lang="en-US" sz="4000"/>
              <a:t>Why</a:t>
            </a:r>
          </a:p>
        </p:txBody>
      </p:sp>
      <p:sp>
        <p:nvSpPr>
          <p:cNvPr id="43" name="Rectangle 42">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4" name="Rectangle 4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9" name="Group 28">
            <a:extLst>
              <a:ext uri="{FF2B5EF4-FFF2-40B4-BE49-F238E27FC236}">
                <a16:creationId xmlns:a16="http://schemas.microsoft.com/office/drawing/2014/main" id="{5AD3C0AD-EFC9-748A-6FB9-EC3E0827FC02}"/>
              </a:ext>
            </a:extLst>
          </p:cNvPr>
          <p:cNvGrpSpPr/>
          <p:nvPr/>
        </p:nvGrpSpPr>
        <p:grpSpPr>
          <a:xfrm>
            <a:off x="838200" y="2274274"/>
            <a:ext cx="10506457" cy="3461595"/>
            <a:chOff x="529567" y="2692400"/>
            <a:chExt cx="7941139" cy="2616392"/>
          </a:xfrm>
        </p:grpSpPr>
        <p:sp>
          <p:nvSpPr>
            <p:cNvPr id="6" name="Rectangle: Diagonal Corners Rounded 5">
              <a:extLst>
                <a:ext uri="{FF2B5EF4-FFF2-40B4-BE49-F238E27FC236}">
                  <a16:creationId xmlns:a16="http://schemas.microsoft.com/office/drawing/2014/main" id="{B2FD16AF-EC0C-9F6F-9269-9A15E1CF36CE}"/>
                </a:ext>
              </a:extLst>
            </p:cNvPr>
            <p:cNvSpPr/>
            <p:nvPr/>
          </p:nvSpPr>
          <p:spPr>
            <a:xfrm>
              <a:off x="991812" y="2692400"/>
              <a:ext cx="1445998" cy="1445998"/>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7" name="Rectangle 6" descr="Bullseye">
              <a:extLst>
                <a:ext uri="{FF2B5EF4-FFF2-40B4-BE49-F238E27FC236}">
                  <a16:creationId xmlns:a16="http://schemas.microsoft.com/office/drawing/2014/main" id="{5F9E75C0-96F7-59FC-95F8-D4C988B2CEBB}"/>
                </a:ext>
              </a:extLst>
            </p:cNvPr>
            <p:cNvSpPr/>
            <p:nvPr/>
          </p:nvSpPr>
          <p:spPr>
            <a:xfrm>
              <a:off x="1299976" y="3000564"/>
              <a:ext cx="829671" cy="829671"/>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AF828569-CD61-A8DE-7830-290A23DC00DF}"/>
                </a:ext>
              </a:extLst>
            </p:cNvPr>
            <p:cNvSpPr/>
            <p:nvPr/>
          </p:nvSpPr>
          <p:spPr>
            <a:xfrm>
              <a:off x="529567" y="4588792"/>
              <a:ext cx="2370489" cy="720000"/>
            </a:xfrm>
            <a:custGeom>
              <a:avLst/>
              <a:gdLst>
                <a:gd name="connsiteX0" fmla="*/ 0 w 2370489"/>
                <a:gd name="connsiteY0" fmla="*/ 0 h 720000"/>
                <a:gd name="connsiteX1" fmla="*/ 2370489 w 2370489"/>
                <a:gd name="connsiteY1" fmla="*/ 0 h 720000"/>
                <a:gd name="connsiteX2" fmla="*/ 2370489 w 2370489"/>
                <a:gd name="connsiteY2" fmla="*/ 720000 h 720000"/>
                <a:gd name="connsiteX3" fmla="*/ 0 w 2370489"/>
                <a:gd name="connsiteY3" fmla="*/ 720000 h 720000"/>
                <a:gd name="connsiteX4" fmla="*/ 0 w 2370489"/>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489" h="720000">
                  <a:moveTo>
                    <a:pt x="0" y="0"/>
                  </a:moveTo>
                  <a:lnTo>
                    <a:pt x="2370489" y="0"/>
                  </a:lnTo>
                  <a:lnTo>
                    <a:pt x="2370489" y="720000"/>
                  </a:lnTo>
                  <a:lnTo>
                    <a:pt x="0" y="720000"/>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2">
                <a:hueOff val="0"/>
                <a:satOff val="0"/>
                <a:lumOff val="0"/>
                <a:alphaOff val="0"/>
              </a:schemeClr>
            </a:fontRef>
          </p:style>
          <p:txBody>
            <a:bodyPr spcFirstLastPara="0" vert="horz" wrap="square" lIns="0" tIns="0" rIns="0" bIns="0" numCol="1" spcCol="1270" anchor="t" anchorCtr="0">
              <a:noAutofit/>
            </a:bodyPr>
            <a:lstStyle/>
            <a:p>
              <a:pPr algn="ctr" defTabSz="997458">
                <a:lnSpc>
                  <a:spcPct val="90000"/>
                </a:lnSpc>
                <a:spcBef>
                  <a:spcPct val="0"/>
                </a:spcBef>
                <a:spcAft>
                  <a:spcPct val="35000"/>
                </a:spcAft>
                <a:defRPr cap="all"/>
              </a:pPr>
              <a:r>
                <a:rPr lang="en-US" sz="2244" kern="1200" cap="all">
                  <a:solidFill>
                    <a:schemeClr val="accent2">
                      <a:hueOff val="0"/>
                      <a:satOff val="0"/>
                      <a:lumOff val="0"/>
                      <a:alphaOff val="0"/>
                    </a:schemeClr>
                  </a:solidFill>
                  <a:latin typeface="+mn-lt"/>
                  <a:ea typeface="+mn-ea"/>
                  <a:cs typeface="+mn-cs"/>
                </a:rPr>
                <a:t>electrical engineer</a:t>
              </a:r>
              <a:endParaRPr lang="en-US" sz="1700" kern="1200"/>
            </a:p>
          </p:txBody>
        </p:sp>
        <p:sp>
          <p:nvSpPr>
            <p:cNvPr id="10" name="Rectangle: Diagonal Corners Rounded 9">
              <a:extLst>
                <a:ext uri="{FF2B5EF4-FFF2-40B4-BE49-F238E27FC236}">
                  <a16:creationId xmlns:a16="http://schemas.microsoft.com/office/drawing/2014/main" id="{67DEBB94-6948-7384-A5B5-F70949EE27F9}"/>
                </a:ext>
              </a:extLst>
            </p:cNvPr>
            <p:cNvSpPr/>
            <p:nvPr/>
          </p:nvSpPr>
          <p:spPr>
            <a:xfrm>
              <a:off x="3777137" y="2692400"/>
              <a:ext cx="1445998" cy="1445998"/>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12" name="Rectangle 11" descr="Computer">
              <a:extLst>
                <a:ext uri="{FF2B5EF4-FFF2-40B4-BE49-F238E27FC236}">
                  <a16:creationId xmlns:a16="http://schemas.microsoft.com/office/drawing/2014/main" id="{9CEA35EF-F424-19B1-A559-5DE2B9841DC6}"/>
                </a:ext>
              </a:extLst>
            </p:cNvPr>
            <p:cNvSpPr/>
            <p:nvPr/>
          </p:nvSpPr>
          <p:spPr>
            <a:xfrm>
              <a:off x="4085301" y="3000564"/>
              <a:ext cx="829671" cy="829671"/>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Freeform: Shape 13">
              <a:extLst>
                <a:ext uri="{FF2B5EF4-FFF2-40B4-BE49-F238E27FC236}">
                  <a16:creationId xmlns:a16="http://schemas.microsoft.com/office/drawing/2014/main" id="{712D16CF-179C-F526-01FF-514A812F1A9F}"/>
                </a:ext>
              </a:extLst>
            </p:cNvPr>
            <p:cNvSpPr/>
            <p:nvPr/>
          </p:nvSpPr>
          <p:spPr>
            <a:xfrm>
              <a:off x="3314892" y="4588792"/>
              <a:ext cx="2370489" cy="720000"/>
            </a:xfrm>
            <a:custGeom>
              <a:avLst/>
              <a:gdLst>
                <a:gd name="connsiteX0" fmla="*/ 0 w 2370489"/>
                <a:gd name="connsiteY0" fmla="*/ 0 h 720000"/>
                <a:gd name="connsiteX1" fmla="*/ 2370489 w 2370489"/>
                <a:gd name="connsiteY1" fmla="*/ 0 h 720000"/>
                <a:gd name="connsiteX2" fmla="*/ 2370489 w 2370489"/>
                <a:gd name="connsiteY2" fmla="*/ 720000 h 720000"/>
                <a:gd name="connsiteX3" fmla="*/ 0 w 2370489"/>
                <a:gd name="connsiteY3" fmla="*/ 720000 h 720000"/>
                <a:gd name="connsiteX4" fmla="*/ 0 w 2370489"/>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489" h="720000">
                  <a:moveTo>
                    <a:pt x="0" y="0"/>
                  </a:moveTo>
                  <a:lnTo>
                    <a:pt x="2370489" y="0"/>
                  </a:lnTo>
                  <a:lnTo>
                    <a:pt x="2370489" y="720000"/>
                  </a:lnTo>
                  <a:lnTo>
                    <a:pt x="0" y="720000"/>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3">
                <a:hueOff val="0"/>
                <a:satOff val="0"/>
                <a:lumOff val="0"/>
                <a:alphaOff val="0"/>
              </a:schemeClr>
            </a:fontRef>
          </p:style>
          <p:txBody>
            <a:bodyPr spcFirstLastPara="0" vert="horz" wrap="square" lIns="0" tIns="0" rIns="0" bIns="0" numCol="1" spcCol="1270" anchor="t" anchorCtr="0">
              <a:noAutofit/>
            </a:bodyPr>
            <a:lstStyle/>
            <a:p>
              <a:pPr algn="ctr" defTabSz="997458">
                <a:lnSpc>
                  <a:spcPct val="90000"/>
                </a:lnSpc>
                <a:spcBef>
                  <a:spcPct val="0"/>
                </a:spcBef>
                <a:spcAft>
                  <a:spcPct val="35000"/>
                </a:spcAft>
                <a:defRPr cap="all"/>
              </a:pPr>
              <a:r>
                <a:rPr lang="en-US" sz="2244" kern="1200" cap="all">
                  <a:solidFill>
                    <a:schemeClr val="accent3">
                      <a:hueOff val="0"/>
                      <a:satOff val="0"/>
                      <a:lumOff val="0"/>
                      <a:alphaOff val="0"/>
                    </a:schemeClr>
                  </a:solidFill>
                  <a:latin typeface="+mn-lt"/>
                  <a:ea typeface="+mn-ea"/>
                  <a:cs typeface="+mn-cs"/>
                </a:rPr>
                <a:t>passion for building and learning </a:t>
              </a:r>
              <a:endParaRPr lang="en-US" sz="1700" kern="1200"/>
            </a:p>
          </p:txBody>
        </p:sp>
        <p:sp>
          <p:nvSpPr>
            <p:cNvPr id="16" name="Rectangle: Diagonal Corners Rounded 15">
              <a:extLst>
                <a:ext uri="{FF2B5EF4-FFF2-40B4-BE49-F238E27FC236}">
                  <a16:creationId xmlns:a16="http://schemas.microsoft.com/office/drawing/2014/main" id="{6578273F-2E42-25C6-7C51-6B4BC39EF22B}"/>
                </a:ext>
              </a:extLst>
            </p:cNvPr>
            <p:cNvSpPr/>
            <p:nvPr/>
          </p:nvSpPr>
          <p:spPr>
            <a:xfrm>
              <a:off x="6562462" y="2692400"/>
              <a:ext cx="1445998" cy="1445998"/>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8" name="Rectangle 17" descr="Head with Gears">
              <a:extLst>
                <a:ext uri="{FF2B5EF4-FFF2-40B4-BE49-F238E27FC236}">
                  <a16:creationId xmlns:a16="http://schemas.microsoft.com/office/drawing/2014/main" id="{BAF16C6A-139A-10C9-2B4A-1C8FC9B307EB}"/>
                </a:ext>
              </a:extLst>
            </p:cNvPr>
            <p:cNvSpPr/>
            <p:nvPr/>
          </p:nvSpPr>
          <p:spPr>
            <a:xfrm>
              <a:off x="6870626" y="3000564"/>
              <a:ext cx="829671" cy="829671"/>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0" name="Freeform: Shape 19">
              <a:extLst>
                <a:ext uri="{FF2B5EF4-FFF2-40B4-BE49-F238E27FC236}">
                  <a16:creationId xmlns:a16="http://schemas.microsoft.com/office/drawing/2014/main" id="{9304EA44-8013-77A1-ABC3-802ABB6FBB1A}"/>
                </a:ext>
              </a:extLst>
            </p:cNvPr>
            <p:cNvSpPr/>
            <p:nvPr/>
          </p:nvSpPr>
          <p:spPr>
            <a:xfrm>
              <a:off x="6100217" y="4588792"/>
              <a:ext cx="2370489" cy="720000"/>
            </a:xfrm>
            <a:custGeom>
              <a:avLst/>
              <a:gdLst>
                <a:gd name="connsiteX0" fmla="*/ 0 w 2370489"/>
                <a:gd name="connsiteY0" fmla="*/ 0 h 720000"/>
                <a:gd name="connsiteX1" fmla="*/ 2370489 w 2370489"/>
                <a:gd name="connsiteY1" fmla="*/ 0 h 720000"/>
                <a:gd name="connsiteX2" fmla="*/ 2370489 w 2370489"/>
                <a:gd name="connsiteY2" fmla="*/ 720000 h 720000"/>
                <a:gd name="connsiteX3" fmla="*/ 0 w 2370489"/>
                <a:gd name="connsiteY3" fmla="*/ 720000 h 720000"/>
                <a:gd name="connsiteX4" fmla="*/ 0 w 2370489"/>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489" h="720000">
                  <a:moveTo>
                    <a:pt x="0" y="0"/>
                  </a:moveTo>
                  <a:lnTo>
                    <a:pt x="2370489" y="0"/>
                  </a:lnTo>
                  <a:lnTo>
                    <a:pt x="2370489" y="720000"/>
                  </a:lnTo>
                  <a:lnTo>
                    <a:pt x="0" y="720000"/>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4">
                <a:hueOff val="0"/>
                <a:satOff val="0"/>
                <a:lumOff val="0"/>
                <a:alphaOff val="0"/>
              </a:schemeClr>
            </a:fontRef>
          </p:style>
          <p:txBody>
            <a:bodyPr spcFirstLastPara="0" vert="horz" wrap="square" lIns="0" tIns="0" rIns="0" bIns="0" numCol="1" spcCol="1270" anchor="t" anchorCtr="0">
              <a:noAutofit/>
            </a:bodyPr>
            <a:lstStyle/>
            <a:p>
              <a:pPr algn="ctr" defTabSz="997458">
                <a:lnSpc>
                  <a:spcPct val="90000"/>
                </a:lnSpc>
                <a:spcBef>
                  <a:spcPct val="0"/>
                </a:spcBef>
                <a:spcAft>
                  <a:spcPct val="35000"/>
                </a:spcAft>
                <a:defRPr cap="all"/>
              </a:pPr>
              <a:r>
                <a:rPr lang="en-US" sz="2244" kern="1200" cap="all">
                  <a:solidFill>
                    <a:schemeClr val="accent4">
                      <a:hueOff val="0"/>
                      <a:satOff val="0"/>
                      <a:lumOff val="0"/>
                      <a:alphaOff val="0"/>
                    </a:schemeClr>
                  </a:solidFill>
                  <a:latin typeface="+mn-lt"/>
                  <a:ea typeface="+mn-ea"/>
                  <a:cs typeface="+mn-cs"/>
                </a:rPr>
                <a:t>Develops skills </a:t>
              </a:r>
              <a:endParaRPr lang="en-US" sz="1700" kern="1200"/>
            </a:p>
          </p:txBody>
        </p:sp>
      </p:grpSp>
    </p:spTree>
    <p:extLst>
      <p:ext uri="{BB962C8B-B14F-4D97-AF65-F5344CB8AC3E}">
        <p14:creationId xmlns:p14="http://schemas.microsoft.com/office/powerpoint/2010/main" val="317531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ectronics protoboard">
            <a:extLst>
              <a:ext uri="{FF2B5EF4-FFF2-40B4-BE49-F238E27FC236}">
                <a16:creationId xmlns:a16="http://schemas.microsoft.com/office/drawing/2014/main" id="{D7E89005-6A9B-2131-5EBA-63C0288F71AD}"/>
              </a:ext>
            </a:extLst>
          </p:cNvPr>
          <p:cNvPicPr>
            <a:picLocks noChangeAspect="1"/>
          </p:cNvPicPr>
          <p:nvPr/>
        </p:nvPicPr>
        <p:blipFill>
          <a:blip r:embed="rId3">
            <a:alphaModFix amt="50000"/>
          </a:blip>
          <a:srcRect t="15709"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5A8E5D1F-FAAB-6A63-B995-FEE713AE3830}"/>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chemeClr val="bg1"/>
                </a:solidFill>
              </a:rPr>
              <a:t>Field specific skills that I learned </a:t>
            </a:r>
          </a:p>
        </p:txBody>
      </p:sp>
      <p:sp>
        <p:nvSpPr>
          <p:cNvPr id="16"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003042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6A14B83C-B379-41FC-8327-600DA7EFD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CB018903-3549-4A3B-A9DF-B26757CAA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8" name="Rectangle 27">
              <a:extLst>
                <a:ext uri="{FF2B5EF4-FFF2-40B4-BE49-F238E27FC236}">
                  <a16:creationId xmlns:a16="http://schemas.microsoft.com/office/drawing/2014/main" id="{9E5D3F77-D07F-4F7D-97A2-E36683020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C6F5A2D-56A0-4ED7-A3E2-3CF67608F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53284D6-C4E3-14D7-53E6-E904F1C5584A}"/>
              </a:ext>
            </a:extLst>
          </p:cNvPr>
          <p:cNvSpPr>
            <a:spLocks noGrp="1"/>
          </p:cNvSpPr>
          <p:nvPr>
            <p:ph type="title"/>
          </p:nvPr>
        </p:nvSpPr>
        <p:spPr>
          <a:xfrm>
            <a:off x="549277" y="458033"/>
            <a:ext cx="5257798" cy="726224"/>
          </a:xfrm>
        </p:spPr>
        <p:txBody>
          <a:bodyPr vert="horz" wrap="square" lIns="91440" tIns="45720" rIns="91440" bIns="45720" rtlCol="0" anchor="ctr">
            <a:normAutofit/>
          </a:bodyPr>
          <a:lstStyle/>
          <a:p>
            <a:r>
              <a:rPr lang="en-US" sz="2200"/>
              <a:t>Reading technical documentation</a:t>
            </a:r>
          </a:p>
        </p:txBody>
      </p:sp>
      <p:pic>
        <p:nvPicPr>
          <p:cNvPr id="5" name="Picture 4" descr="A page of a computer program&#10;&#10;AI-generated content may be incorrect.">
            <a:extLst>
              <a:ext uri="{FF2B5EF4-FFF2-40B4-BE49-F238E27FC236}">
                <a16:creationId xmlns:a16="http://schemas.microsoft.com/office/drawing/2014/main" id="{4E43ABC9-511B-0E72-3732-A770D118E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899" y="1557339"/>
            <a:ext cx="4407479" cy="4752000"/>
          </a:xfrm>
          <a:prstGeom prst="rect">
            <a:avLst/>
          </a:prstGeom>
          <a:effectLst>
            <a:outerShdw blurRad="508000" dist="101600" dir="5400000" algn="tl" rotWithShape="0">
              <a:prstClr val="black">
                <a:alpha val="10000"/>
              </a:prstClr>
            </a:outerShdw>
          </a:effectLst>
        </p:spPr>
      </p:pic>
      <p:pic>
        <p:nvPicPr>
          <p:cNvPr id="7" name="Picture 6" descr="A screenshot of a computer&#10;&#10;AI-generated content may be incorrect.">
            <a:extLst>
              <a:ext uri="{FF2B5EF4-FFF2-40B4-BE49-F238E27FC236}">
                <a16:creationId xmlns:a16="http://schemas.microsoft.com/office/drawing/2014/main" id="{9442735C-C47A-BB03-909F-9FB9FEE3EB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0427" y="1557339"/>
            <a:ext cx="4526280" cy="4752000"/>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2087031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Switching Mode Power Supply Library -Simulate with LTSpice-">
            <a:extLst>
              <a:ext uri="{FF2B5EF4-FFF2-40B4-BE49-F238E27FC236}">
                <a16:creationId xmlns:a16="http://schemas.microsoft.com/office/drawing/2014/main" id="{FF16F540-F465-8BB6-04E4-3A2A7379005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p:blipFill>
        <p:spPr bwMode="auto">
          <a:xfrm>
            <a:off x="20" y="1"/>
            <a:ext cx="12191979" cy="6857999"/>
          </a:xfrm>
          <a:prstGeom prst="rect">
            <a:avLst/>
          </a:prstGeom>
          <a:noFill/>
          <a:extLst>
            <a:ext uri="{909E8E84-426E-40DD-AFC4-6F175D3DCCD1}">
              <a14:hiddenFill xmlns:a14="http://schemas.microsoft.com/office/drawing/2010/main">
                <a:solidFill>
                  <a:srgbClr val="FFFFFF"/>
                </a:solidFill>
              </a14:hiddenFill>
            </a:ext>
          </a:extLst>
        </p:spPr>
      </p:pic>
      <p:sp useBgFill="1">
        <p:nvSpPr>
          <p:cNvPr id="3081" name="Freeform: Shape 3080">
            <a:extLst>
              <a:ext uri="{FF2B5EF4-FFF2-40B4-BE49-F238E27FC236}">
                <a16:creationId xmlns:a16="http://schemas.microsoft.com/office/drawing/2014/main" id="{561308AD-F95B-4430-886C-40173A45B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6538" y="470849"/>
            <a:ext cx="9662615" cy="1750949"/>
          </a:xfrm>
          <a:custGeom>
            <a:avLst/>
            <a:gdLst>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4055448 w 9662615"/>
              <a:gd name="connsiteY72" fmla="*/ 1528913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86537 w 9662615"/>
              <a:gd name="connsiteY72" fmla="*/ 1523612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78036 w 9662615"/>
              <a:gd name="connsiteY92" fmla="*/ 1520645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89320 w 9662615"/>
              <a:gd name="connsiteY68" fmla="*/ 1534660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921303 w 9662615"/>
              <a:gd name="connsiteY56" fmla="*/ 1575379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082104 w 9662615"/>
              <a:gd name="connsiteY49" fmla="*/ 1547781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26564 w 9662615"/>
              <a:gd name="connsiteY53" fmla="*/ 1545376 h 1598136"/>
              <a:gd name="connsiteX54" fmla="*/ 4969433 w 9662615"/>
              <a:gd name="connsiteY54" fmla="*/ 1540263 h 1598136"/>
              <a:gd name="connsiteX55" fmla="*/ 4921303 w 9662615"/>
              <a:gd name="connsiteY55" fmla="*/ 1575379 h 1598136"/>
              <a:gd name="connsiteX56" fmla="*/ 4863775 w 9662615"/>
              <a:gd name="connsiteY56" fmla="*/ 1562633 h 1598136"/>
              <a:gd name="connsiteX57" fmla="*/ 4847242 w 9662615"/>
              <a:gd name="connsiteY57" fmla="*/ 1565435 h 1598136"/>
              <a:gd name="connsiteX58" fmla="*/ 4856839 w 9662615"/>
              <a:gd name="connsiteY58" fmla="*/ 1598136 h 1598136"/>
              <a:gd name="connsiteX59" fmla="*/ 4791466 w 9662615"/>
              <a:gd name="connsiteY59" fmla="*/ 1561324 h 1598136"/>
              <a:gd name="connsiteX60" fmla="*/ 4784247 w 9662615"/>
              <a:gd name="connsiteY60" fmla="*/ 1562342 h 1598136"/>
              <a:gd name="connsiteX61" fmla="*/ 4748477 w 9662615"/>
              <a:gd name="connsiteY61" fmla="*/ 1556925 h 1598136"/>
              <a:gd name="connsiteX62" fmla="*/ 4730033 w 9662615"/>
              <a:gd name="connsiteY62" fmla="*/ 1555274 h 1598136"/>
              <a:gd name="connsiteX63" fmla="*/ 4724747 w 9662615"/>
              <a:gd name="connsiteY63" fmla="*/ 1552439 h 1598136"/>
              <a:gd name="connsiteX64" fmla="*/ 4697562 w 9662615"/>
              <a:gd name="connsiteY64" fmla="*/ 1551206 h 1598136"/>
              <a:gd name="connsiteX65" fmla="*/ 4662664 w 9662615"/>
              <a:gd name="connsiteY65" fmla="*/ 1573162 h 1598136"/>
              <a:gd name="connsiteX66" fmla="*/ 4603028 w 9662615"/>
              <a:gd name="connsiteY66" fmla="*/ 1568821 h 1598136"/>
              <a:gd name="connsiteX67" fmla="*/ 4541612 w 9662615"/>
              <a:gd name="connsiteY67" fmla="*/ 1545262 h 1598136"/>
              <a:gd name="connsiteX68" fmla="*/ 4422155 w 9662615"/>
              <a:gd name="connsiteY68" fmla="*/ 1542059 h 1598136"/>
              <a:gd name="connsiteX69" fmla="*/ 4221826 w 9662615"/>
              <a:gd name="connsiteY69" fmla="*/ 1508923 h 1598136"/>
              <a:gd name="connsiteX70" fmla="*/ 4096601 w 9662615"/>
              <a:gd name="connsiteY70" fmla="*/ 1521563 h 1598136"/>
              <a:gd name="connsiteX71" fmla="*/ 3970635 w 9662615"/>
              <a:gd name="connsiteY71" fmla="*/ 1544815 h 1598136"/>
              <a:gd name="connsiteX72" fmla="*/ 3833906 w 9662615"/>
              <a:gd name="connsiteY72" fmla="*/ 1516637 h 1598136"/>
              <a:gd name="connsiteX73" fmla="*/ 3696258 w 9662615"/>
              <a:gd name="connsiteY73" fmla="*/ 1537563 h 1598136"/>
              <a:gd name="connsiteX74" fmla="*/ 3594070 w 9662615"/>
              <a:gd name="connsiteY74" fmla="*/ 1509422 h 1598136"/>
              <a:gd name="connsiteX75" fmla="*/ 3565233 w 9662615"/>
              <a:gd name="connsiteY75" fmla="*/ 1515122 h 1598136"/>
              <a:gd name="connsiteX76" fmla="*/ 3560267 w 9662615"/>
              <a:gd name="connsiteY76" fmla="*/ 1516288 h 1598136"/>
              <a:gd name="connsiteX77" fmla="*/ 3540258 w 9662615"/>
              <a:gd name="connsiteY77" fmla="*/ 1516976 h 1598136"/>
              <a:gd name="connsiteX78" fmla="*/ 3534780 w 9662615"/>
              <a:gd name="connsiteY78" fmla="*/ 1522141 h 1598136"/>
              <a:gd name="connsiteX79" fmla="*/ 3504783 w 9662615"/>
              <a:gd name="connsiteY79" fmla="*/ 1526739 h 1598136"/>
              <a:gd name="connsiteX80" fmla="*/ 3430805 w 9662615"/>
              <a:gd name="connsiteY80" fmla="*/ 1542521 h 1598136"/>
              <a:gd name="connsiteX81" fmla="*/ 3292707 w 9662615"/>
              <a:gd name="connsiteY81" fmla="*/ 1520490 h 1598136"/>
              <a:gd name="connsiteX82" fmla="*/ 3187872 w 9662615"/>
              <a:gd name="connsiteY82" fmla="*/ 1519991 h 1598136"/>
              <a:gd name="connsiteX83" fmla="*/ 3148026 w 9662615"/>
              <a:gd name="connsiteY83" fmla="*/ 1524777 h 1598136"/>
              <a:gd name="connsiteX84" fmla="*/ 3092394 w 9662615"/>
              <a:gd name="connsiteY84" fmla="*/ 1528115 h 1598136"/>
              <a:gd name="connsiteX85" fmla="*/ 2994200 w 9662615"/>
              <a:gd name="connsiteY85" fmla="*/ 1537857 h 1598136"/>
              <a:gd name="connsiteX86" fmla="*/ 2862301 w 9662615"/>
              <a:gd name="connsiteY86" fmla="*/ 1544250 h 1598136"/>
              <a:gd name="connsiteX87" fmla="*/ 2766335 w 9662615"/>
              <a:gd name="connsiteY87" fmla="*/ 1527662 h 1598136"/>
              <a:gd name="connsiteX88" fmla="*/ 2757836 w 9662615"/>
              <a:gd name="connsiteY88" fmla="*/ 1531371 h 1598136"/>
              <a:gd name="connsiteX89" fmla="*/ 2691555 w 9662615"/>
              <a:gd name="connsiteY89" fmla="*/ 1530283 h 1598136"/>
              <a:gd name="connsiteX90" fmla="*/ 2491676 w 9662615"/>
              <a:gd name="connsiteY90" fmla="*/ 1500859 h 1598136"/>
              <a:gd name="connsiteX91" fmla="*/ 2378036 w 9662615"/>
              <a:gd name="connsiteY91" fmla="*/ 1520645 h 1598136"/>
              <a:gd name="connsiteX92" fmla="*/ 2284269 w 9662615"/>
              <a:gd name="connsiteY92" fmla="*/ 1503068 h 1598136"/>
              <a:gd name="connsiteX93" fmla="*/ 2207104 w 9662615"/>
              <a:gd name="connsiteY93" fmla="*/ 1508888 h 1598136"/>
              <a:gd name="connsiteX94" fmla="*/ 2149226 w 9662615"/>
              <a:gd name="connsiteY94" fmla="*/ 1523409 h 1598136"/>
              <a:gd name="connsiteX95" fmla="*/ 2084783 w 9662615"/>
              <a:gd name="connsiteY95" fmla="*/ 1524245 h 1598136"/>
              <a:gd name="connsiteX96" fmla="*/ 2070075 w 9662615"/>
              <a:gd name="connsiteY96" fmla="*/ 1511285 h 1598136"/>
              <a:gd name="connsiteX97" fmla="*/ 2001057 w 9662615"/>
              <a:gd name="connsiteY97" fmla="*/ 1516449 h 1598136"/>
              <a:gd name="connsiteX98" fmla="*/ 1896330 w 9662615"/>
              <a:gd name="connsiteY98" fmla="*/ 1525725 h 1598136"/>
              <a:gd name="connsiteX99" fmla="*/ 1835994 w 9662615"/>
              <a:gd name="connsiteY99" fmla="*/ 1527678 h 1598136"/>
              <a:gd name="connsiteX100" fmla="*/ 1671119 w 9662615"/>
              <a:gd name="connsiteY100" fmla="*/ 1536701 h 1598136"/>
              <a:gd name="connsiteX101" fmla="*/ 1601337 w 9662615"/>
              <a:gd name="connsiteY101" fmla="*/ 1548552 h 1598136"/>
              <a:gd name="connsiteX102" fmla="*/ 1407755 w 9662615"/>
              <a:gd name="connsiteY102" fmla="*/ 1571444 h 1598136"/>
              <a:gd name="connsiteX103" fmla="*/ 1271994 w 9662615"/>
              <a:gd name="connsiteY103" fmla="*/ 1579471 h 1598136"/>
              <a:gd name="connsiteX104" fmla="*/ 1249226 w 9662615"/>
              <a:gd name="connsiteY104" fmla="*/ 1583140 h 1598136"/>
              <a:gd name="connsiteX105" fmla="*/ 1217719 w 9662615"/>
              <a:gd name="connsiteY105" fmla="*/ 1580863 h 1598136"/>
              <a:gd name="connsiteX106" fmla="*/ 1091432 w 9662615"/>
              <a:gd name="connsiteY106" fmla="*/ 1571003 h 1598136"/>
              <a:gd name="connsiteX107" fmla="*/ 992039 w 9662615"/>
              <a:gd name="connsiteY107" fmla="*/ 1556662 h 1598136"/>
              <a:gd name="connsiteX108" fmla="*/ 868264 w 9662615"/>
              <a:gd name="connsiteY108" fmla="*/ 1566392 h 1598136"/>
              <a:gd name="connsiteX109" fmla="*/ 792765 w 9662615"/>
              <a:gd name="connsiteY109" fmla="*/ 1563102 h 1598136"/>
              <a:gd name="connsiteX110" fmla="*/ 669055 w 9662615"/>
              <a:gd name="connsiteY110" fmla="*/ 1543638 h 1598136"/>
              <a:gd name="connsiteX111" fmla="*/ 506152 w 9662615"/>
              <a:gd name="connsiteY111" fmla="*/ 1549124 h 1598136"/>
              <a:gd name="connsiteX112" fmla="*/ 472797 w 9662615"/>
              <a:gd name="connsiteY112" fmla="*/ 1568904 h 1598136"/>
              <a:gd name="connsiteX113" fmla="*/ 427864 w 9662615"/>
              <a:gd name="connsiteY113" fmla="*/ 1580848 h 1598136"/>
              <a:gd name="connsiteX114" fmla="*/ 408381 w 9662615"/>
              <a:gd name="connsiteY114" fmla="*/ 1552940 h 1598136"/>
              <a:gd name="connsiteX115" fmla="*/ 267163 w 9662615"/>
              <a:gd name="connsiteY115" fmla="*/ 1531913 h 1598136"/>
              <a:gd name="connsiteX116" fmla="*/ 196644 w 9662615"/>
              <a:gd name="connsiteY116" fmla="*/ 1524565 h 1598136"/>
              <a:gd name="connsiteX117" fmla="*/ 86819 w 9662615"/>
              <a:gd name="connsiteY117" fmla="*/ 1519517 h 1598136"/>
              <a:gd name="connsiteX118" fmla="*/ 53369 w 9662615"/>
              <a:gd name="connsiteY118" fmla="*/ 1516853 h 1598136"/>
              <a:gd name="connsiteX119" fmla="*/ 2359 w 9662615"/>
              <a:gd name="connsiteY119" fmla="*/ 1515247 h 1598136"/>
              <a:gd name="connsiteX120" fmla="*/ 0 w 9662615"/>
              <a:gd name="connsiteY120" fmla="*/ 1514932 h 1598136"/>
              <a:gd name="connsiteX121" fmla="*/ 0 w 9662615"/>
              <a:gd name="connsiteY121"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40263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50865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724747 w 9662615"/>
              <a:gd name="connsiteY62" fmla="*/ 1552439 h 1592835"/>
              <a:gd name="connsiteX63" fmla="*/ 4697562 w 9662615"/>
              <a:gd name="connsiteY63" fmla="*/ 1551206 h 1592835"/>
              <a:gd name="connsiteX64" fmla="*/ 4662664 w 9662615"/>
              <a:gd name="connsiteY64" fmla="*/ 1573162 h 1592835"/>
              <a:gd name="connsiteX65" fmla="*/ 4603028 w 9662615"/>
              <a:gd name="connsiteY65" fmla="*/ 1568821 h 1592835"/>
              <a:gd name="connsiteX66" fmla="*/ 4541612 w 9662615"/>
              <a:gd name="connsiteY66" fmla="*/ 1545262 h 1592835"/>
              <a:gd name="connsiteX67" fmla="*/ 4422155 w 9662615"/>
              <a:gd name="connsiteY67" fmla="*/ 1542059 h 1592835"/>
              <a:gd name="connsiteX68" fmla="*/ 4221826 w 9662615"/>
              <a:gd name="connsiteY68" fmla="*/ 1508923 h 1592835"/>
              <a:gd name="connsiteX69" fmla="*/ 4096601 w 9662615"/>
              <a:gd name="connsiteY69" fmla="*/ 1521563 h 1592835"/>
              <a:gd name="connsiteX70" fmla="*/ 3970635 w 9662615"/>
              <a:gd name="connsiteY70" fmla="*/ 1544815 h 1592835"/>
              <a:gd name="connsiteX71" fmla="*/ 3833906 w 9662615"/>
              <a:gd name="connsiteY71" fmla="*/ 1516637 h 1592835"/>
              <a:gd name="connsiteX72" fmla="*/ 3696258 w 9662615"/>
              <a:gd name="connsiteY72" fmla="*/ 1537563 h 1592835"/>
              <a:gd name="connsiteX73" fmla="*/ 3594070 w 9662615"/>
              <a:gd name="connsiteY73" fmla="*/ 1509422 h 1592835"/>
              <a:gd name="connsiteX74" fmla="*/ 3565233 w 9662615"/>
              <a:gd name="connsiteY74" fmla="*/ 1515122 h 1592835"/>
              <a:gd name="connsiteX75" fmla="*/ 3560267 w 9662615"/>
              <a:gd name="connsiteY75" fmla="*/ 1516288 h 1592835"/>
              <a:gd name="connsiteX76" fmla="*/ 3540258 w 9662615"/>
              <a:gd name="connsiteY76" fmla="*/ 1516976 h 1592835"/>
              <a:gd name="connsiteX77" fmla="*/ 3534780 w 9662615"/>
              <a:gd name="connsiteY77" fmla="*/ 1522141 h 1592835"/>
              <a:gd name="connsiteX78" fmla="*/ 3504783 w 9662615"/>
              <a:gd name="connsiteY78" fmla="*/ 1526739 h 1592835"/>
              <a:gd name="connsiteX79" fmla="*/ 3430805 w 9662615"/>
              <a:gd name="connsiteY79" fmla="*/ 1542521 h 1592835"/>
              <a:gd name="connsiteX80" fmla="*/ 3292707 w 9662615"/>
              <a:gd name="connsiteY80" fmla="*/ 1520490 h 1592835"/>
              <a:gd name="connsiteX81" fmla="*/ 3187872 w 9662615"/>
              <a:gd name="connsiteY81" fmla="*/ 1519991 h 1592835"/>
              <a:gd name="connsiteX82" fmla="*/ 3148026 w 9662615"/>
              <a:gd name="connsiteY82" fmla="*/ 1524777 h 1592835"/>
              <a:gd name="connsiteX83" fmla="*/ 3092394 w 9662615"/>
              <a:gd name="connsiteY83" fmla="*/ 1528115 h 1592835"/>
              <a:gd name="connsiteX84" fmla="*/ 2994200 w 9662615"/>
              <a:gd name="connsiteY84" fmla="*/ 1537857 h 1592835"/>
              <a:gd name="connsiteX85" fmla="*/ 2862301 w 9662615"/>
              <a:gd name="connsiteY85" fmla="*/ 1544250 h 1592835"/>
              <a:gd name="connsiteX86" fmla="*/ 2766335 w 9662615"/>
              <a:gd name="connsiteY86" fmla="*/ 1527662 h 1592835"/>
              <a:gd name="connsiteX87" fmla="*/ 2757836 w 9662615"/>
              <a:gd name="connsiteY87" fmla="*/ 1531371 h 1592835"/>
              <a:gd name="connsiteX88" fmla="*/ 2691555 w 9662615"/>
              <a:gd name="connsiteY88" fmla="*/ 1530283 h 1592835"/>
              <a:gd name="connsiteX89" fmla="*/ 2491676 w 9662615"/>
              <a:gd name="connsiteY89" fmla="*/ 1500859 h 1592835"/>
              <a:gd name="connsiteX90" fmla="*/ 2378036 w 9662615"/>
              <a:gd name="connsiteY90" fmla="*/ 1520645 h 1592835"/>
              <a:gd name="connsiteX91" fmla="*/ 2284269 w 9662615"/>
              <a:gd name="connsiteY91" fmla="*/ 1503068 h 1592835"/>
              <a:gd name="connsiteX92" fmla="*/ 2207104 w 9662615"/>
              <a:gd name="connsiteY92" fmla="*/ 1508888 h 1592835"/>
              <a:gd name="connsiteX93" fmla="*/ 2149226 w 9662615"/>
              <a:gd name="connsiteY93" fmla="*/ 1523409 h 1592835"/>
              <a:gd name="connsiteX94" fmla="*/ 2084783 w 9662615"/>
              <a:gd name="connsiteY94" fmla="*/ 1524245 h 1592835"/>
              <a:gd name="connsiteX95" fmla="*/ 2070075 w 9662615"/>
              <a:gd name="connsiteY95" fmla="*/ 1511285 h 1592835"/>
              <a:gd name="connsiteX96" fmla="*/ 2001057 w 9662615"/>
              <a:gd name="connsiteY96" fmla="*/ 1516449 h 1592835"/>
              <a:gd name="connsiteX97" fmla="*/ 1896330 w 9662615"/>
              <a:gd name="connsiteY97" fmla="*/ 1525725 h 1592835"/>
              <a:gd name="connsiteX98" fmla="*/ 1835994 w 9662615"/>
              <a:gd name="connsiteY98" fmla="*/ 1527678 h 1592835"/>
              <a:gd name="connsiteX99" fmla="*/ 1671119 w 9662615"/>
              <a:gd name="connsiteY99" fmla="*/ 1536701 h 1592835"/>
              <a:gd name="connsiteX100" fmla="*/ 1601337 w 9662615"/>
              <a:gd name="connsiteY100" fmla="*/ 1548552 h 1592835"/>
              <a:gd name="connsiteX101" fmla="*/ 1407755 w 9662615"/>
              <a:gd name="connsiteY101" fmla="*/ 1571444 h 1592835"/>
              <a:gd name="connsiteX102" fmla="*/ 1271994 w 9662615"/>
              <a:gd name="connsiteY102" fmla="*/ 1579471 h 1592835"/>
              <a:gd name="connsiteX103" fmla="*/ 1249226 w 9662615"/>
              <a:gd name="connsiteY103" fmla="*/ 1583140 h 1592835"/>
              <a:gd name="connsiteX104" fmla="*/ 1217719 w 9662615"/>
              <a:gd name="connsiteY104" fmla="*/ 1580863 h 1592835"/>
              <a:gd name="connsiteX105" fmla="*/ 1091432 w 9662615"/>
              <a:gd name="connsiteY105" fmla="*/ 1571003 h 1592835"/>
              <a:gd name="connsiteX106" fmla="*/ 992039 w 9662615"/>
              <a:gd name="connsiteY106" fmla="*/ 1556662 h 1592835"/>
              <a:gd name="connsiteX107" fmla="*/ 868264 w 9662615"/>
              <a:gd name="connsiteY107" fmla="*/ 1566392 h 1592835"/>
              <a:gd name="connsiteX108" fmla="*/ 792765 w 9662615"/>
              <a:gd name="connsiteY108" fmla="*/ 1563102 h 1592835"/>
              <a:gd name="connsiteX109" fmla="*/ 669055 w 9662615"/>
              <a:gd name="connsiteY109" fmla="*/ 1543638 h 1592835"/>
              <a:gd name="connsiteX110" fmla="*/ 506152 w 9662615"/>
              <a:gd name="connsiteY110" fmla="*/ 1549124 h 1592835"/>
              <a:gd name="connsiteX111" fmla="*/ 472797 w 9662615"/>
              <a:gd name="connsiteY111" fmla="*/ 1568904 h 1592835"/>
              <a:gd name="connsiteX112" fmla="*/ 427864 w 9662615"/>
              <a:gd name="connsiteY112" fmla="*/ 1580848 h 1592835"/>
              <a:gd name="connsiteX113" fmla="*/ 408381 w 9662615"/>
              <a:gd name="connsiteY113" fmla="*/ 1552940 h 1592835"/>
              <a:gd name="connsiteX114" fmla="*/ 267163 w 9662615"/>
              <a:gd name="connsiteY114" fmla="*/ 1531913 h 1592835"/>
              <a:gd name="connsiteX115" fmla="*/ 196644 w 9662615"/>
              <a:gd name="connsiteY115" fmla="*/ 1524565 h 1592835"/>
              <a:gd name="connsiteX116" fmla="*/ 86819 w 9662615"/>
              <a:gd name="connsiteY116" fmla="*/ 1519517 h 1592835"/>
              <a:gd name="connsiteX117" fmla="*/ 53369 w 9662615"/>
              <a:gd name="connsiteY117" fmla="*/ 1516853 h 1592835"/>
              <a:gd name="connsiteX118" fmla="*/ 2359 w 9662615"/>
              <a:gd name="connsiteY118" fmla="*/ 1515247 h 1592835"/>
              <a:gd name="connsiteX119" fmla="*/ 0 w 9662615"/>
              <a:gd name="connsiteY119" fmla="*/ 1514932 h 1592835"/>
              <a:gd name="connsiteX120" fmla="*/ 0 w 9662615"/>
              <a:gd name="connsiteY120"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697562 w 9662615"/>
              <a:gd name="connsiteY62" fmla="*/ 1551206 h 1592835"/>
              <a:gd name="connsiteX63" fmla="*/ 4662664 w 9662615"/>
              <a:gd name="connsiteY63" fmla="*/ 1573162 h 1592835"/>
              <a:gd name="connsiteX64" fmla="*/ 4603028 w 9662615"/>
              <a:gd name="connsiteY64" fmla="*/ 1568821 h 1592835"/>
              <a:gd name="connsiteX65" fmla="*/ 4541612 w 9662615"/>
              <a:gd name="connsiteY65" fmla="*/ 1545262 h 1592835"/>
              <a:gd name="connsiteX66" fmla="*/ 4422155 w 9662615"/>
              <a:gd name="connsiteY66" fmla="*/ 1542059 h 1592835"/>
              <a:gd name="connsiteX67" fmla="*/ 4221826 w 9662615"/>
              <a:gd name="connsiteY67" fmla="*/ 1508923 h 1592835"/>
              <a:gd name="connsiteX68" fmla="*/ 4096601 w 9662615"/>
              <a:gd name="connsiteY68" fmla="*/ 1521563 h 1592835"/>
              <a:gd name="connsiteX69" fmla="*/ 3970635 w 9662615"/>
              <a:gd name="connsiteY69" fmla="*/ 1544815 h 1592835"/>
              <a:gd name="connsiteX70" fmla="*/ 3833906 w 9662615"/>
              <a:gd name="connsiteY70" fmla="*/ 1516637 h 1592835"/>
              <a:gd name="connsiteX71" fmla="*/ 3696258 w 9662615"/>
              <a:gd name="connsiteY71" fmla="*/ 1537563 h 1592835"/>
              <a:gd name="connsiteX72" fmla="*/ 3594070 w 9662615"/>
              <a:gd name="connsiteY72" fmla="*/ 1509422 h 1592835"/>
              <a:gd name="connsiteX73" fmla="*/ 3565233 w 9662615"/>
              <a:gd name="connsiteY73" fmla="*/ 1515122 h 1592835"/>
              <a:gd name="connsiteX74" fmla="*/ 3560267 w 9662615"/>
              <a:gd name="connsiteY74" fmla="*/ 1516288 h 1592835"/>
              <a:gd name="connsiteX75" fmla="*/ 3540258 w 9662615"/>
              <a:gd name="connsiteY75" fmla="*/ 1516976 h 1592835"/>
              <a:gd name="connsiteX76" fmla="*/ 3534780 w 9662615"/>
              <a:gd name="connsiteY76" fmla="*/ 1522141 h 1592835"/>
              <a:gd name="connsiteX77" fmla="*/ 3504783 w 9662615"/>
              <a:gd name="connsiteY77" fmla="*/ 1526739 h 1592835"/>
              <a:gd name="connsiteX78" fmla="*/ 3430805 w 9662615"/>
              <a:gd name="connsiteY78" fmla="*/ 1542521 h 1592835"/>
              <a:gd name="connsiteX79" fmla="*/ 3292707 w 9662615"/>
              <a:gd name="connsiteY79" fmla="*/ 1520490 h 1592835"/>
              <a:gd name="connsiteX80" fmla="*/ 3187872 w 9662615"/>
              <a:gd name="connsiteY80" fmla="*/ 1519991 h 1592835"/>
              <a:gd name="connsiteX81" fmla="*/ 3148026 w 9662615"/>
              <a:gd name="connsiteY81" fmla="*/ 1524777 h 1592835"/>
              <a:gd name="connsiteX82" fmla="*/ 3092394 w 9662615"/>
              <a:gd name="connsiteY82" fmla="*/ 1528115 h 1592835"/>
              <a:gd name="connsiteX83" fmla="*/ 2994200 w 9662615"/>
              <a:gd name="connsiteY83" fmla="*/ 1537857 h 1592835"/>
              <a:gd name="connsiteX84" fmla="*/ 2862301 w 9662615"/>
              <a:gd name="connsiteY84" fmla="*/ 1544250 h 1592835"/>
              <a:gd name="connsiteX85" fmla="*/ 2766335 w 9662615"/>
              <a:gd name="connsiteY85" fmla="*/ 1527662 h 1592835"/>
              <a:gd name="connsiteX86" fmla="*/ 2757836 w 9662615"/>
              <a:gd name="connsiteY86" fmla="*/ 1531371 h 1592835"/>
              <a:gd name="connsiteX87" fmla="*/ 2691555 w 9662615"/>
              <a:gd name="connsiteY87" fmla="*/ 1530283 h 1592835"/>
              <a:gd name="connsiteX88" fmla="*/ 2491676 w 9662615"/>
              <a:gd name="connsiteY88" fmla="*/ 1500859 h 1592835"/>
              <a:gd name="connsiteX89" fmla="*/ 2378036 w 9662615"/>
              <a:gd name="connsiteY89" fmla="*/ 1520645 h 1592835"/>
              <a:gd name="connsiteX90" fmla="*/ 2284269 w 9662615"/>
              <a:gd name="connsiteY90" fmla="*/ 1503068 h 1592835"/>
              <a:gd name="connsiteX91" fmla="*/ 2207104 w 9662615"/>
              <a:gd name="connsiteY91" fmla="*/ 1508888 h 1592835"/>
              <a:gd name="connsiteX92" fmla="*/ 2149226 w 9662615"/>
              <a:gd name="connsiteY92" fmla="*/ 1523409 h 1592835"/>
              <a:gd name="connsiteX93" fmla="*/ 2084783 w 9662615"/>
              <a:gd name="connsiteY93" fmla="*/ 1524245 h 1592835"/>
              <a:gd name="connsiteX94" fmla="*/ 2070075 w 9662615"/>
              <a:gd name="connsiteY94" fmla="*/ 1511285 h 1592835"/>
              <a:gd name="connsiteX95" fmla="*/ 2001057 w 9662615"/>
              <a:gd name="connsiteY95" fmla="*/ 1516449 h 1592835"/>
              <a:gd name="connsiteX96" fmla="*/ 1896330 w 9662615"/>
              <a:gd name="connsiteY96" fmla="*/ 1525725 h 1592835"/>
              <a:gd name="connsiteX97" fmla="*/ 1835994 w 9662615"/>
              <a:gd name="connsiteY97" fmla="*/ 1527678 h 1592835"/>
              <a:gd name="connsiteX98" fmla="*/ 1671119 w 9662615"/>
              <a:gd name="connsiteY98" fmla="*/ 1536701 h 1592835"/>
              <a:gd name="connsiteX99" fmla="*/ 1601337 w 9662615"/>
              <a:gd name="connsiteY99" fmla="*/ 1548552 h 1592835"/>
              <a:gd name="connsiteX100" fmla="*/ 1407755 w 9662615"/>
              <a:gd name="connsiteY100" fmla="*/ 1571444 h 1592835"/>
              <a:gd name="connsiteX101" fmla="*/ 1271994 w 9662615"/>
              <a:gd name="connsiteY101" fmla="*/ 1579471 h 1592835"/>
              <a:gd name="connsiteX102" fmla="*/ 1249226 w 9662615"/>
              <a:gd name="connsiteY102" fmla="*/ 1583140 h 1592835"/>
              <a:gd name="connsiteX103" fmla="*/ 1217719 w 9662615"/>
              <a:gd name="connsiteY103" fmla="*/ 1580863 h 1592835"/>
              <a:gd name="connsiteX104" fmla="*/ 1091432 w 9662615"/>
              <a:gd name="connsiteY104" fmla="*/ 1571003 h 1592835"/>
              <a:gd name="connsiteX105" fmla="*/ 992039 w 9662615"/>
              <a:gd name="connsiteY105" fmla="*/ 1556662 h 1592835"/>
              <a:gd name="connsiteX106" fmla="*/ 868264 w 9662615"/>
              <a:gd name="connsiteY106" fmla="*/ 1566392 h 1592835"/>
              <a:gd name="connsiteX107" fmla="*/ 792765 w 9662615"/>
              <a:gd name="connsiteY107" fmla="*/ 1563102 h 1592835"/>
              <a:gd name="connsiteX108" fmla="*/ 669055 w 9662615"/>
              <a:gd name="connsiteY108" fmla="*/ 1543638 h 1592835"/>
              <a:gd name="connsiteX109" fmla="*/ 506152 w 9662615"/>
              <a:gd name="connsiteY109" fmla="*/ 1549124 h 1592835"/>
              <a:gd name="connsiteX110" fmla="*/ 472797 w 9662615"/>
              <a:gd name="connsiteY110" fmla="*/ 1568904 h 1592835"/>
              <a:gd name="connsiteX111" fmla="*/ 427864 w 9662615"/>
              <a:gd name="connsiteY111" fmla="*/ 1580848 h 1592835"/>
              <a:gd name="connsiteX112" fmla="*/ 408381 w 9662615"/>
              <a:gd name="connsiteY112" fmla="*/ 1552940 h 1592835"/>
              <a:gd name="connsiteX113" fmla="*/ 267163 w 9662615"/>
              <a:gd name="connsiteY113" fmla="*/ 1531913 h 1592835"/>
              <a:gd name="connsiteX114" fmla="*/ 196644 w 9662615"/>
              <a:gd name="connsiteY114" fmla="*/ 1524565 h 1592835"/>
              <a:gd name="connsiteX115" fmla="*/ 86819 w 9662615"/>
              <a:gd name="connsiteY115" fmla="*/ 1519517 h 1592835"/>
              <a:gd name="connsiteX116" fmla="*/ 53369 w 9662615"/>
              <a:gd name="connsiteY116" fmla="*/ 1516853 h 1592835"/>
              <a:gd name="connsiteX117" fmla="*/ 2359 w 9662615"/>
              <a:gd name="connsiteY117" fmla="*/ 1515247 h 1592835"/>
              <a:gd name="connsiteX118" fmla="*/ 0 w 9662615"/>
              <a:gd name="connsiteY118" fmla="*/ 1514932 h 1592835"/>
              <a:gd name="connsiteX119" fmla="*/ 0 w 9662615"/>
              <a:gd name="connsiteY119"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0033 w 9662615"/>
              <a:gd name="connsiteY60" fmla="*/ 1555274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5334 w 9662615"/>
              <a:gd name="connsiteY60" fmla="*/ 1581778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565435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21094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21094"/>
              <a:gd name="connsiteX1" fmla="*/ 9662615 w 9662615"/>
              <a:gd name="connsiteY1" fmla="*/ 0 h 1621094"/>
              <a:gd name="connsiteX2" fmla="*/ 9662615 w 9662615"/>
              <a:gd name="connsiteY2" fmla="*/ 1280346 h 1621094"/>
              <a:gd name="connsiteX3" fmla="*/ 9658420 w 9662615"/>
              <a:gd name="connsiteY3" fmla="*/ 1280106 h 1621094"/>
              <a:gd name="connsiteX4" fmla="*/ 9469546 w 9662615"/>
              <a:gd name="connsiteY4" fmla="*/ 1289837 h 1621094"/>
              <a:gd name="connsiteX5" fmla="*/ 9385895 w 9662615"/>
              <a:gd name="connsiteY5" fmla="*/ 1269203 h 1621094"/>
              <a:gd name="connsiteX6" fmla="*/ 9144767 w 9662615"/>
              <a:gd name="connsiteY6" fmla="*/ 1264120 h 1621094"/>
              <a:gd name="connsiteX7" fmla="*/ 8837252 w 9662615"/>
              <a:gd name="connsiteY7" fmla="*/ 1350515 h 1621094"/>
              <a:gd name="connsiteX8" fmla="*/ 8705466 w 9662615"/>
              <a:gd name="connsiteY8" fmla="*/ 1342419 h 1621094"/>
              <a:gd name="connsiteX9" fmla="*/ 8652221 w 9662615"/>
              <a:gd name="connsiteY9" fmla="*/ 1326906 h 1621094"/>
              <a:gd name="connsiteX10" fmla="*/ 8632312 w 9662615"/>
              <a:gd name="connsiteY10" fmla="*/ 1326025 h 1621094"/>
              <a:gd name="connsiteX11" fmla="*/ 8591582 w 9662615"/>
              <a:gd name="connsiteY11" fmla="*/ 1341666 h 1621094"/>
              <a:gd name="connsiteX12" fmla="*/ 8537336 w 9662615"/>
              <a:gd name="connsiteY12" fmla="*/ 1341684 h 1621094"/>
              <a:gd name="connsiteX13" fmla="*/ 8472508 w 9662615"/>
              <a:gd name="connsiteY13" fmla="*/ 1363109 h 1621094"/>
              <a:gd name="connsiteX14" fmla="*/ 8258477 w 9662615"/>
              <a:gd name="connsiteY14" fmla="*/ 1370666 h 1621094"/>
              <a:gd name="connsiteX15" fmla="*/ 8197961 w 9662615"/>
              <a:gd name="connsiteY15" fmla="*/ 1392804 h 1621094"/>
              <a:gd name="connsiteX16" fmla="*/ 8171196 w 9662615"/>
              <a:gd name="connsiteY16" fmla="*/ 1397216 h 1621094"/>
              <a:gd name="connsiteX17" fmla="*/ 8127667 w 9662615"/>
              <a:gd name="connsiteY17" fmla="*/ 1418254 h 1621094"/>
              <a:gd name="connsiteX18" fmla="*/ 7974579 w 9662615"/>
              <a:gd name="connsiteY18" fmla="*/ 1383439 h 1621094"/>
              <a:gd name="connsiteX19" fmla="*/ 7768351 w 9662615"/>
              <a:gd name="connsiteY19" fmla="*/ 1395051 h 1621094"/>
              <a:gd name="connsiteX20" fmla="*/ 7635985 w 9662615"/>
              <a:gd name="connsiteY20" fmla="*/ 1386363 h 1621094"/>
              <a:gd name="connsiteX21" fmla="*/ 7466069 w 9662615"/>
              <a:gd name="connsiteY21" fmla="*/ 1377654 h 1621094"/>
              <a:gd name="connsiteX22" fmla="*/ 7355642 w 9662615"/>
              <a:gd name="connsiteY22" fmla="*/ 1407761 h 1621094"/>
              <a:gd name="connsiteX23" fmla="*/ 7151610 w 9662615"/>
              <a:gd name="connsiteY23" fmla="*/ 1397856 h 1621094"/>
              <a:gd name="connsiteX24" fmla="*/ 7082147 w 9662615"/>
              <a:gd name="connsiteY24" fmla="*/ 1406113 h 1621094"/>
              <a:gd name="connsiteX25" fmla="*/ 7014958 w 9662615"/>
              <a:gd name="connsiteY25" fmla="*/ 1396883 h 1621094"/>
              <a:gd name="connsiteX26" fmla="*/ 6907567 w 9662615"/>
              <a:gd name="connsiteY26" fmla="*/ 1419149 h 1621094"/>
              <a:gd name="connsiteX27" fmla="*/ 6748428 w 9662615"/>
              <a:gd name="connsiteY27" fmla="*/ 1420308 h 1621094"/>
              <a:gd name="connsiteX28" fmla="*/ 6654257 w 9662615"/>
              <a:gd name="connsiteY28" fmla="*/ 1424143 h 1621094"/>
              <a:gd name="connsiteX29" fmla="*/ 6620123 w 9662615"/>
              <a:gd name="connsiteY29" fmla="*/ 1430535 h 1621094"/>
              <a:gd name="connsiteX30" fmla="*/ 6571355 w 9662615"/>
              <a:gd name="connsiteY30" fmla="*/ 1436144 h 1621094"/>
              <a:gd name="connsiteX31" fmla="*/ 6486557 w 9662615"/>
              <a:gd name="connsiteY31" fmla="*/ 1449861 h 1621094"/>
              <a:gd name="connsiteX32" fmla="*/ 6370419 w 9662615"/>
              <a:gd name="connsiteY32" fmla="*/ 1461649 h 1621094"/>
              <a:gd name="connsiteX33" fmla="*/ 6278839 w 9662615"/>
              <a:gd name="connsiteY33" fmla="*/ 1449160 h 1621094"/>
              <a:gd name="connsiteX34" fmla="*/ 6272455 w 9662615"/>
              <a:gd name="connsiteY34" fmla="*/ 1453191 h 1621094"/>
              <a:gd name="connsiteX35" fmla="*/ 6212659 w 9662615"/>
              <a:gd name="connsiteY35" fmla="*/ 1454850 h 1621094"/>
              <a:gd name="connsiteX36" fmla="*/ 6069317 w 9662615"/>
              <a:gd name="connsiteY36" fmla="*/ 1445838 h 1621094"/>
              <a:gd name="connsiteX37" fmla="*/ 5878477 w 9662615"/>
              <a:gd name="connsiteY37" fmla="*/ 1439180 h 1621094"/>
              <a:gd name="connsiteX38" fmla="*/ 5838387 w 9662615"/>
              <a:gd name="connsiteY38" fmla="*/ 1444679 h 1621094"/>
              <a:gd name="connsiteX39" fmla="*/ 5771136 w 9662615"/>
              <a:gd name="connsiteY39" fmla="*/ 1453639 h 1621094"/>
              <a:gd name="connsiteX40" fmla="*/ 5724081 w 9662615"/>
              <a:gd name="connsiteY40" fmla="*/ 1470431 h 1621094"/>
              <a:gd name="connsiteX41" fmla="*/ 5666577 w 9662615"/>
              <a:gd name="connsiteY41" fmla="*/ 1473921 h 1621094"/>
              <a:gd name="connsiteX42" fmla="*/ 5649068 w 9662615"/>
              <a:gd name="connsiteY42" fmla="*/ 1461676 h 1621094"/>
              <a:gd name="connsiteX43" fmla="*/ 5588902 w 9662615"/>
              <a:gd name="connsiteY43" fmla="*/ 1469647 h 1621094"/>
              <a:gd name="connsiteX44" fmla="*/ 5498090 w 9662615"/>
              <a:gd name="connsiteY44" fmla="*/ 1483173 h 1621094"/>
              <a:gd name="connsiteX45" fmla="*/ 5444641 w 9662615"/>
              <a:gd name="connsiteY45" fmla="*/ 1487602 h 1621094"/>
              <a:gd name="connsiteX46" fmla="*/ 5299812 w 9662615"/>
              <a:gd name="connsiteY46" fmla="*/ 1503362 h 1621094"/>
              <a:gd name="connsiteX47" fmla="*/ 5213947 w 9662615"/>
              <a:gd name="connsiteY47" fmla="*/ 1516637 h 1621094"/>
              <a:gd name="connsiteX48" fmla="*/ 5090342 w 9662615"/>
              <a:gd name="connsiteY48" fmla="*/ 1546680 h 1621094"/>
              <a:gd name="connsiteX49" fmla="*/ 5129812 w 9662615"/>
              <a:gd name="connsiteY49" fmla="*/ 1521277 h 1621094"/>
              <a:gd name="connsiteX50" fmla="*/ 5059484 w 9662615"/>
              <a:gd name="connsiteY50" fmla="*/ 1546802 h 1621094"/>
              <a:gd name="connsiteX51" fmla="*/ 5038524 w 9662615"/>
              <a:gd name="connsiteY51" fmla="*/ 1545675 h 1621094"/>
              <a:gd name="connsiteX52" fmla="*/ 5026564 w 9662615"/>
              <a:gd name="connsiteY52" fmla="*/ 1545376 h 1621094"/>
              <a:gd name="connsiteX53" fmla="*/ 4969433 w 9662615"/>
              <a:gd name="connsiteY53" fmla="*/ 1550865 h 1621094"/>
              <a:gd name="connsiteX54" fmla="*/ 4921303 w 9662615"/>
              <a:gd name="connsiteY54" fmla="*/ 1575379 h 1621094"/>
              <a:gd name="connsiteX55" fmla="*/ 4871726 w 9662615"/>
              <a:gd name="connsiteY55" fmla="*/ 1570584 h 1621094"/>
              <a:gd name="connsiteX56" fmla="*/ 4847242 w 9662615"/>
              <a:gd name="connsiteY56" fmla="*/ 1621094 h 1621094"/>
              <a:gd name="connsiteX57" fmla="*/ 4821058 w 9662615"/>
              <a:gd name="connsiteY57" fmla="*/ 1553078 h 1621094"/>
              <a:gd name="connsiteX58" fmla="*/ 4791466 w 9662615"/>
              <a:gd name="connsiteY58" fmla="*/ 1561324 h 1621094"/>
              <a:gd name="connsiteX59" fmla="*/ 4784247 w 9662615"/>
              <a:gd name="connsiteY59" fmla="*/ 1562342 h 1621094"/>
              <a:gd name="connsiteX60" fmla="*/ 4735334 w 9662615"/>
              <a:gd name="connsiteY60" fmla="*/ 1581778 h 1621094"/>
              <a:gd name="connsiteX61" fmla="*/ 4697562 w 9662615"/>
              <a:gd name="connsiteY61" fmla="*/ 1551206 h 1621094"/>
              <a:gd name="connsiteX62" fmla="*/ 4662664 w 9662615"/>
              <a:gd name="connsiteY62" fmla="*/ 1573162 h 1621094"/>
              <a:gd name="connsiteX63" fmla="*/ 4603028 w 9662615"/>
              <a:gd name="connsiteY63" fmla="*/ 1568821 h 1621094"/>
              <a:gd name="connsiteX64" fmla="*/ 4541612 w 9662615"/>
              <a:gd name="connsiteY64" fmla="*/ 1545262 h 1621094"/>
              <a:gd name="connsiteX65" fmla="*/ 4422155 w 9662615"/>
              <a:gd name="connsiteY65" fmla="*/ 1542059 h 1621094"/>
              <a:gd name="connsiteX66" fmla="*/ 4221826 w 9662615"/>
              <a:gd name="connsiteY66" fmla="*/ 1508923 h 1621094"/>
              <a:gd name="connsiteX67" fmla="*/ 4096601 w 9662615"/>
              <a:gd name="connsiteY67" fmla="*/ 1521563 h 1621094"/>
              <a:gd name="connsiteX68" fmla="*/ 3970635 w 9662615"/>
              <a:gd name="connsiteY68" fmla="*/ 1544815 h 1621094"/>
              <a:gd name="connsiteX69" fmla="*/ 3833906 w 9662615"/>
              <a:gd name="connsiteY69" fmla="*/ 1516637 h 1621094"/>
              <a:gd name="connsiteX70" fmla="*/ 3696258 w 9662615"/>
              <a:gd name="connsiteY70" fmla="*/ 1537563 h 1621094"/>
              <a:gd name="connsiteX71" fmla="*/ 3594070 w 9662615"/>
              <a:gd name="connsiteY71" fmla="*/ 1509422 h 1621094"/>
              <a:gd name="connsiteX72" fmla="*/ 3565233 w 9662615"/>
              <a:gd name="connsiteY72" fmla="*/ 1515122 h 1621094"/>
              <a:gd name="connsiteX73" fmla="*/ 3560267 w 9662615"/>
              <a:gd name="connsiteY73" fmla="*/ 1516288 h 1621094"/>
              <a:gd name="connsiteX74" fmla="*/ 3540258 w 9662615"/>
              <a:gd name="connsiteY74" fmla="*/ 1516976 h 1621094"/>
              <a:gd name="connsiteX75" fmla="*/ 3534780 w 9662615"/>
              <a:gd name="connsiteY75" fmla="*/ 1522141 h 1621094"/>
              <a:gd name="connsiteX76" fmla="*/ 3504783 w 9662615"/>
              <a:gd name="connsiteY76" fmla="*/ 1526739 h 1621094"/>
              <a:gd name="connsiteX77" fmla="*/ 3430805 w 9662615"/>
              <a:gd name="connsiteY77" fmla="*/ 1542521 h 1621094"/>
              <a:gd name="connsiteX78" fmla="*/ 3292707 w 9662615"/>
              <a:gd name="connsiteY78" fmla="*/ 1520490 h 1621094"/>
              <a:gd name="connsiteX79" fmla="*/ 3187872 w 9662615"/>
              <a:gd name="connsiteY79" fmla="*/ 1519991 h 1621094"/>
              <a:gd name="connsiteX80" fmla="*/ 3148026 w 9662615"/>
              <a:gd name="connsiteY80" fmla="*/ 1524777 h 1621094"/>
              <a:gd name="connsiteX81" fmla="*/ 3092394 w 9662615"/>
              <a:gd name="connsiteY81" fmla="*/ 1528115 h 1621094"/>
              <a:gd name="connsiteX82" fmla="*/ 2994200 w 9662615"/>
              <a:gd name="connsiteY82" fmla="*/ 1537857 h 1621094"/>
              <a:gd name="connsiteX83" fmla="*/ 2862301 w 9662615"/>
              <a:gd name="connsiteY83" fmla="*/ 1544250 h 1621094"/>
              <a:gd name="connsiteX84" fmla="*/ 2766335 w 9662615"/>
              <a:gd name="connsiteY84" fmla="*/ 1527662 h 1621094"/>
              <a:gd name="connsiteX85" fmla="*/ 2757836 w 9662615"/>
              <a:gd name="connsiteY85" fmla="*/ 1531371 h 1621094"/>
              <a:gd name="connsiteX86" fmla="*/ 2691555 w 9662615"/>
              <a:gd name="connsiteY86" fmla="*/ 1530283 h 1621094"/>
              <a:gd name="connsiteX87" fmla="*/ 2491676 w 9662615"/>
              <a:gd name="connsiteY87" fmla="*/ 1500859 h 1621094"/>
              <a:gd name="connsiteX88" fmla="*/ 2378036 w 9662615"/>
              <a:gd name="connsiteY88" fmla="*/ 1520645 h 1621094"/>
              <a:gd name="connsiteX89" fmla="*/ 2284269 w 9662615"/>
              <a:gd name="connsiteY89" fmla="*/ 1503068 h 1621094"/>
              <a:gd name="connsiteX90" fmla="*/ 2207104 w 9662615"/>
              <a:gd name="connsiteY90" fmla="*/ 1508888 h 1621094"/>
              <a:gd name="connsiteX91" fmla="*/ 2149226 w 9662615"/>
              <a:gd name="connsiteY91" fmla="*/ 1523409 h 1621094"/>
              <a:gd name="connsiteX92" fmla="*/ 2084783 w 9662615"/>
              <a:gd name="connsiteY92" fmla="*/ 1524245 h 1621094"/>
              <a:gd name="connsiteX93" fmla="*/ 2070075 w 9662615"/>
              <a:gd name="connsiteY93" fmla="*/ 1511285 h 1621094"/>
              <a:gd name="connsiteX94" fmla="*/ 2001057 w 9662615"/>
              <a:gd name="connsiteY94" fmla="*/ 1516449 h 1621094"/>
              <a:gd name="connsiteX95" fmla="*/ 1896330 w 9662615"/>
              <a:gd name="connsiteY95" fmla="*/ 1525725 h 1621094"/>
              <a:gd name="connsiteX96" fmla="*/ 1835994 w 9662615"/>
              <a:gd name="connsiteY96" fmla="*/ 1527678 h 1621094"/>
              <a:gd name="connsiteX97" fmla="*/ 1671119 w 9662615"/>
              <a:gd name="connsiteY97" fmla="*/ 1536701 h 1621094"/>
              <a:gd name="connsiteX98" fmla="*/ 1601337 w 9662615"/>
              <a:gd name="connsiteY98" fmla="*/ 1548552 h 1621094"/>
              <a:gd name="connsiteX99" fmla="*/ 1407755 w 9662615"/>
              <a:gd name="connsiteY99" fmla="*/ 1571444 h 1621094"/>
              <a:gd name="connsiteX100" fmla="*/ 1271994 w 9662615"/>
              <a:gd name="connsiteY100" fmla="*/ 1579471 h 1621094"/>
              <a:gd name="connsiteX101" fmla="*/ 1249226 w 9662615"/>
              <a:gd name="connsiteY101" fmla="*/ 1583140 h 1621094"/>
              <a:gd name="connsiteX102" fmla="*/ 1217719 w 9662615"/>
              <a:gd name="connsiteY102" fmla="*/ 1580863 h 1621094"/>
              <a:gd name="connsiteX103" fmla="*/ 1091432 w 9662615"/>
              <a:gd name="connsiteY103" fmla="*/ 1571003 h 1621094"/>
              <a:gd name="connsiteX104" fmla="*/ 992039 w 9662615"/>
              <a:gd name="connsiteY104" fmla="*/ 1556662 h 1621094"/>
              <a:gd name="connsiteX105" fmla="*/ 868264 w 9662615"/>
              <a:gd name="connsiteY105" fmla="*/ 1566392 h 1621094"/>
              <a:gd name="connsiteX106" fmla="*/ 792765 w 9662615"/>
              <a:gd name="connsiteY106" fmla="*/ 1563102 h 1621094"/>
              <a:gd name="connsiteX107" fmla="*/ 669055 w 9662615"/>
              <a:gd name="connsiteY107" fmla="*/ 1543638 h 1621094"/>
              <a:gd name="connsiteX108" fmla="*/ 506152 w 9662615"/>
              <a:gd name="connsiteY108" fmla="*/ 1549124 h 1621094"/>
              <a:gd name="connsiteX109" fmla="*/ 472797 w 9662615"/>
              <a:gd name="connsiteY109" fmla="*/ 1568904 h 1621094"/>
              <a:gd name="connsiteX110" fmla="*/ 427864 w 9662615"/>
              <a:gd name="connsiteY110" fmla="*/ 1580848 h 1621094"/>
              <a:gd name="connsiteX111" fmla="*/ 408381 w 9662615"/>
              <a:gd name="connsiteY111" fmla="*/ 1552940 h 1621094"/>
              <a:gd name="connsiteX112" fmla="*/ 267163 w 9662615"/>
              <a:gd name="connsiteY112" fmla="*/ 1531913 h 1621094"/>
              <a:gd name="connsiteX113" fmla="*/ 196644 w 9662615"/>
              <a:gd name="connsiteY113" fmla="*/ 1524565 h 1621094"/>
              <a:gd name="connsiteX114" fmla="*/ 86819 w 9662615"/>
              <a:gd name="connsiteY114" fmla="*/ 1519517 h 1621094"/>
              <a:gd name="connsiteX115" fmla="*/ 53369 w 9662615"/>
              <a:gd name="connsiteY115" fmla="*/ 1516853 h 1621094"/>
              <a:gd name="connsiteX116" fmla="*/ 2359 w 9662615"/>
              <a:gd name="connsiteY116" fmla="*/ 1515247 h 1621094"/>
              <a:gd name="connsiteX117" fmla="*/ 0 w 9662615"/>
              <a:gd name="connsiteY117" fmla="*/ 1514932 h 1621094"/>
              <a:gd name="connsiteX118" fmla="*/ 0 w 9662615"/>
              <a:gd name="connsiteY118" fmla="*/ 0 h 1621094"/>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1303 w 9662615"/>
              <a:gd name="connsiteY54" fmla="*/ 1575379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7680"/>
              <a:gd name="connsiteX1" fmla="*/ 9662615 w 9662615"/>
              <a:gd name="connsiteY1" fmla="*/ 0 h 1597680"/>
              <a:gd name="connsiteX2" fmla="*/ 9662615 w 9662615"/>
              <a:gd name="connsiteY2" fmla="*/ 1280346 h 1597680"/>
              <a:gd name="connsiteX3" fmla="*/ 9658420 w 9662615"/>
              <a:gd name="connsiteY3" fmla="*/ 1280106 h 1597680"/>
              <a:gd name="connsiteX4" fmla="*/ 9469546 w 9662615"/>
              <a:gd name="connsiteY4" fmla="*/ 1289837 h 1597680"/>
              <a:gd name="connsiteX5" fmla="*/ 9385895 w 9662615"/>
              <a:gd name="connsiteY5" fmla="*/ 1269203 h 1597680"/>
              <a:gd name="connsiteX6" fmla="*/ 9144767 w 9662615"/>
              <a:gd name="connsiteY6" fmla="*/ 1264120 h 1597680"/>
              <a:gd name="connsiteX7" fmla="*/ 8837252 w 9662615"/>
              <a:gd name="connsiteY7" fmla="*/ 1350515 h 1597680"/>
              <a:gd name="connsiteX8" fmla="*/ 8705466 w 9662615"/>
              <a:gd name="connsiteY8" fmla="*/ 1342419 h 1597680"/>
              <a:gd name="connsiteX9" fmla="*/ 8652221 w 9662615"/>
              <a:gd name="connsiteY9" fmla="*/ 1326906 h 1597680"/>
              <a:gd name="connsiteX10" fmla="*/ 8632312 w 9662615"/>
              <a:gd name="connsiteY10" fmla="*/ 1326025 h 1597680"/>
              <a:gd name="connsiteX11" fmla="*/ 8591582 w 9662615"/>
              <a:gd name="connsiteY11" fmla="*/ 1341666 h 1597680"/>
              <a:gd name="connsiteX12" fmla="*/ 8537336 w 9662615"/>
              <a:gd name="connsiteY12" fmla="*/ 1341684 h 1597680"/>
              <a:gd name="connsiteX13" fmla="*/ 8472508 w 9662615"/>
              <a:gd name="connsiteY13" fmla="*/ 1363109 h 1597680"/>
              <a:gd name="connsiteX14" fmla="*/ 8258477 w 9662615"/>
              <a:gd name="connsiteY14" fmla="*/ 1370666 h 1597680"/>
              <a:gd name="connsiteX15" fmla="*/ 8197961 w 9662615"/>
              <a:gd name="connsiteY15" fmla="*/ 1392804 h 1597680"/>
              <a:gd name="connsiteX16" fmla="*/ 8171196 w 9662615"/>
              <a:gd name="connsiteY16" fmla="*/ 1397216 h 1597680"/>
              <a:gd name="connsiteX17" fmla="*/ 8127667 w 9662615"/>
              <a:gd name="connsiteY17" fmla="*/ 1418254 h 1597680"/>
              <a:gd name="connsiteX18" fmla="*/ 7974579 w 9662615"/>
              <a:gd name="connsiteY18" fmla="*/ 1383439 h 1597680"/>
              <a:gd name="connsiteX19" fmla="*/ 7768351 w 9662615"/>
              <a:gd name="connsiteY19" fmla="*/ 1395051 h 1597680"/>
              <a:gd name="connsiteX20" fmla="*/ 7635985 w 9662615"/>
              <a:gd name="connsiteY20" fmla="*/ 1386363 h 1597680"/>
              <a:gd name="connsiteX21" fmla="*/ 7466069 w 9662615"/>
              <a:gd name="connsiteY21" fmla="*/ 1377654 h 1597680"/>
              <a:gd name="connsiteX22" fmla="*/ 7355642 w 9662615"/>
              <a:gd name="connsiteY22" fmla="*/ 1407761 h 1597680"/>
              <a:gd name="connsiteX23" fmla="*/ 7151610 w 9662615"/>
              <a:gd name="connsiteY23" fmla="*/ 1397856 h 1597680"/>
              <a:gd name="connsiteX24" fmla="*/ 7082147 w 9662615"/>
              <a:gd name="connsiteY24" fmla="*/ 1406113 h 1597680"/>
              <a:gd name="connsiteX25" fmla="*/ 7014958 w 9662615"/>
              <a:gd name="connsiteY25" fmla="*/ 1396883 h 1597680"/>
              <a:gd name="connsiteX26" fmla="*/ 6907567 w 9662615"/>
              <a:gd name="connsiteY26" fmla="*/ 1419149 h 1597680"/>
              <a:gd name="connsiteX27" fmla="*/ 6748428 w 9662615"/>
              <a:gd name="connsiteY27" fmla="*/ 1420308 h 1597680"/>
              <a:gd name="connsiteX28" fmla="*/ 6654257 w 9662615"/>
              <a:gd name="connsiteY28" fmla="*/ 1424143 h 1597680"/>
              <a:gd name="connsiteX29" fmla="*/ 6620123 w 9662615"/>
              <a:gd name="connsiteY29" fmla="*/ 1430535 h 1597680"/>
              <a:gd name="connsiteX30" fmla="*/ 6571355 w 9662615"/>
              <a:gd name="connsiteY30" fmla="*/ 1436144 h 1597680"/>
              <a:gd name="connsiteX31" fmla="*/ 6486557 w 9662615"/>
              <a:gd name="connsiteY31" fmla="*/ 1449861 h 1597680"/>
              <a:gd name="connsiteX32" fmla="*/ 6370419 w 9662615"/>
              <a:gd name="connsiteY32" fmla="*/ 1461649 h 1597680"/>
              <a:gd name="connsiteX33" fmla="*/ 6278839 w 9662615"/>
              <a:gd name="connsiteY33" fmla="*/ 1449160 h 1597680"/>
              <a:gd name="connsiteX34" fmla="*/ 6272455 w 9662615"/>
              <a:gd name="connsiteY34" fmla="*/ 1453191 h 1597680"/>
              <a:gd name="connsiteX35" fmla="*/ 6212659 w 9662615"/>
              <a:gd name="connsiteY35" fmla="*/ 1454850 h 1597680"/>
              <a:gd name="connsiteX36" fmla="*/ 6069317 w 9662615"/>
              <a:gd name="connsiteY36" fmla="*/ 1445838 h 1597680"/>
              <a:gd name="connsiteX37" fmla="*/ 5878477 w 9662615"/>
              <a:gd name="connsiteY37" fmla="*/ 1439180 h 1597680"/>
              <a:gd name="connsiteX38" fmla="*/ 5838387 w 9662615"/>
              <a:gd name="connsiteY38" fmla="*/ 1444679 h 1597680"/>
              <a:gd name="connsiteX39" fmla="*/ 5771136 w 9662615"/>
              <a:gd name="connsiteY39" fmla="*/ 1453639 h 1597680"/>
              <a:gd name="connsiteX40" fmla="*/ 5724081 w 9662615"/>
              <a:gd name="connsiteY40" fmla="*/ 1470431 h 1597680"/>
              <a:gd name="connsiteX41" fmla="*/ 5666577 w 9662615"/>
              <a:gd name="connsiteY41" fmla="*/ 1473921 h 1597680"/>
              <a:gd name="connsiteX42" fmla="*/ 5649068 w 9662615"/>
              <a:gd name="connsiteY42" fmla="*/ 1461676 h 1597680"/>
              <a:gd name="connsiteX43" fmla="*/ 5588902 w 9662615"/>
              <a:gd name="connsiteY43" fmla="*/ 1469647 h 1597680"/>
              <a:gd name="connsiteX44" fmla="*/ 5498090 w 9662615"/>
              <a:gd name="connsiteY44" fmla="*/ 1483173 h 1597680"/>
              <a:gd name="connsiteX45" fmla="*/ 5444641 w 9662615"/>
              <a:gd name="connsiteY45" fmla="*/ 1487602 h 1597680"/>
              <a:gd name="connsiteX46" fmla="*/ 5299812 w 9662615"/>
              <a:gd name="connsiteY46" fmla="*/ 1503362 h 1597680"/>
              <a:gd name="connsiteX47" fmla="*/ 5213947 w 9662615"/>
              <a:gd name="connsiteY47" fmla="*/ 1516637 h 1597680"/>
              <a:gd name="connsiteX48" fmla="*/ 5090342 w 9662615"/>
              <a:gd name="connsiteY48" fmla="*/ 1546680 h 1597680"/>
              <a:gd name="connsiteX49" fmla="*/ 5129812 w 9662615"/>
              <a:gd name="connsiteY49" fmla="*/ 1521277 h 1597680"/>
              <a:gd name="connsiteX50" fmla="*/ 5059484 w 9662615"/>
              <a:gd name="connsiteY50" fmla="*/ 1546802 h 1597680"/>
              <a:gd name="connsiteX51" fmla="*/ 5038524 w 9662615"/>
              <a:gd name="connsiteY51" fmla="*/ 1545675 h 1597680"/>
              <a:gd name="connsiteX52" fmla="*/ 5026564 w 9662615"/>
              <a:gd name="connsiteY52" fmla="*/ 1545376 h 1597680"/>
              <a:gd name="connsiteX53" fmla="*/ 4969433 w 9662615"/>
              <a:gd name="connsiteY53" fmla="*/ 1550865 h 1597680"/>
              <a:gd name="connsiteX54" fmla="*/ 4929254 w 9662615"/>
              <a:gd name="connsiteY54" fmla="*/ 1563452 h 1597680"/>
              <a:gd name="connsiteX55" fmla="*/ 4871726 w 9662615"/>
              <a:gd name="connsiteY55" fmla="*/ 1570584 h 1597680"/>
              <a:gd name="connsiteX56" fmla="*/ 4843267 w 9662615"/>
              <a:gd name="connsiteY56" fmla="*/ 1561459 h 1597680"/>
              <a:gd name="connsiteX57" fmla="*/ 4821058 w 9662615"/>
              <a:gd name="connsiteY57" fmla="*/ 1553078 h 1597680"/>
              <a:gd name="connsiteX58" fmla="*/ 4791466 w 9662615"/>
              <a:gd name="connsiteY58" fmla="*/ 1561324 h 1597680"/>
              <a:gd name="connsiteX59" fmla="*/ 4784247 w 9662615"/>
              <a:gd name="connsiteY59" fmla="*/ 1562342 h 1597680"/>
              <a:gd name="connsiteX60" fmla="*/ 4743285 w 9662615"/>
              <a:gd name="connsiteY60" fmla="*/ 1597680 h 1597680"/>
              <a:gd name="connsiteX61" fmla="*/ 4697562 w 9662615"/>
              <a:gd name="connsiteY61" fmla="*/ 1551206 h 1597680"/>
              <a:gd name="connsiteX62" fmla="*/ 4662664 w 9662615"/>
              <a:gd name="connsiteY62" fmla="*/ 1573162 h 1597680"/>
              <a:gd name="connsiteX63" fmla="*/ 4603028 w 9662615"/>
              <a:gd name="connsiteY63" fmla="*/ 1568821 h 1597680"/>
              <a:gd name="connsiteX64" fmla="*/ 4541612 w 9662615"/>
              <a:gd name="connsiteY64" fmla="*/ 1545262 h 1597680"/>
              <a:gd name="connsiteX65" fmla="*/ 4422155 w 9662615"/>
              <a:gd name="connsiteY65" fmla="*/ 1542059 h 1597680"/>
              <a:gd name="connsiteX66" fmla="*/ 4221826 w 9662615"/>
              <a:gd name="connsiteY66" fmla="*/ 1508923 h 1597680"/>
              <a:gd name="connsiteX67" fmla="*/ 4096601 w 9662615"/>
              <a:gd name="connsiteY67" fmla="*/ 1521563 h 1597680"/>
              <a:gd name="connsiteX68" fmla="*/ 3970635 w 9662615"/>
              <a:gd name="connsiteY68" fmla="*/ 1544815 h 1597680"/>
              <a:gd name="connsiteX69" fmla="*/ 3833906 w 9662615"/>
              <a:gd name="connsiteY69" fmla="*/ 1516637 h 1597680"/>
              <a:gd name="connsiteX70" fmla="*/ 3696258 w 9662615"/>
              <a:gd name="connsiteY70" fmla="*/ 1537563 h 1597680"/>
              <a:gd name="connsiteX71" fmla="*/ 3594070 w 9662615"/>
              <a:gd name="connsiteY71" fmla="*/ 1509422 h 1597680"/>
              <a:gd name="connsiteX72" fmla="*/ 3565233 w 9662615"/>
              <a:gd name="connsiteY72" fmla="*/ 1515122 h 1597680"/>
              <a:gd name="connsiteX73" fmla="*/ 3560267 w 9662615"/>
              <a:gd name="connsiteY73" fmla="*/ 1516288 h 1597680"/>
              <a:gd name="connsiteX74" fmla="*/ 3540258 w 9662615"/>
              <a:gd name="connsiteY74" fmla="*/ 1516976 h 1597680"/>
              <a:gd name="connsiteX75" fmla="*/ 3534780 w 9662615"/>
              <a:gd name="connsiteY75" fmla="*/ 1522141 h 1597680"/>
              <a:gd name="connsiteX76" fmla="*/ 3504783 w 9662615"/>
              <a:gd name="connsiteY76" fmla="*/ 1526739 h 1597680"/>
              <a:gd name="connsiteX77" fmla="*/ 3430805 w 9662615"/>
              <a:gd name="connsiteY77" fmla="*/ 1542521 h 1597680"/>
              <a:gd name="connsiteX78" fmla="*/ 3292707 w 9662615"/>
              <a:gd name="connsiteY78" fmla="*/ 1520490 h 1597680"/>
              <a:gd name="connsiteX79" fmla="*/ 3187872 w 9662615"/>
              <a:gd name="connsiteY79" fmla="*/ 1519991 h 1597680"/>
              <a:gd name="connsiteX80" fmla="*/ 3148026 w 9662615"/>
              <a:gd name="connsiteY80" fmla="*/ 1524777 h 1597680"/>
              <a:gd name="connsiteX81" fmla="*/ 3092394 w 9662615"/>
              <a:gd name="connsiteY81" fmla="*/ 1528115 h 1597680"/>
              <a:gd name="connsiteX82" fmla="*/ 2994200 w 9662615"/>
              <a:gd name="connsiteY82" fmla="*/ 1537857 h 1597680"/>
              <a:gd name="connsiteX83" fmla="*/ 2862301 w 9662615"/>
              <a:gd name="connsiteY83" fmla="*/ 1544250 h 1597680"/>
              <a:gd name="connsiteX84" fmla="*/ 2766335 w 9662615"/>
              <a:gd name="connsiteY84" fmla="*/ 1527662 h 1597680"/>
              <a:gd name="connsiteX85" fmla="*/ 2757836 w 9662615"/>
              <a:gd name="connsiteY85" fmla="*/ 1531371 h 1597680"/>
              <a:gd name="connsiteX86" fmla="*/ 2691555 w 9662615"/>
              <a:gd name="connsiteY86" fmla="*/ 1530283 h 1597680"/>
              <a:gd name="connsiteX87" fmla="*/ 2491676 w 9662615"/>
              <a:gd name="connsiteY87" fmla="*/ 1500859 h 1597680"/>
              <a:gd name="connsiteX88" fmla="*/ 2378036 w 9662615"/>
              <a:gd name="connsiteY88" fmla="*/ 1520645 h 1597680"/>
              <a:gd name="connsiteX89" fmla="*/ 2284269 w 9662615"/>
              <a:gd name="connsiteY89" fmla="*/ 1503068 h 1597680"/>
              <a:gd name="connsiteX90" fmla="*/ 2207104 w 9662615"/>
              <a:gd name="connsiteY90" fmla="*/ 1508888 h 1597680"/>
              <a:gd name="connsiteX91" fmla="*/ 2149226 w 9662615"/>
              <a:gd name="connsiteY91" fmla="*/ 1523409 h 1597680"/>
              <a:gd name="connsiteX92" fmla="*/ 2084783 w 9662615"/>
              <a:gd name="connsiteY92" fmla="*/ 1524245 h 1597680"/>
              <a:gd name="connsiteX93" fmla="*/ 2070075 w 9662615"/>
              <a:gd name="connsiteY93" fmla="*/ 1511285 h 1597680"/>
              <a:gd name="connsiteX94" fmla="*/ 2001057 w 9662615"/>
              <a:gd name="connsiteY94" fmla="*/ 1516449 h 1597680"/>
              <a:gd name="connsiteX95" fmla="*/ 1896330 w 9662615"/>
              <a:gd name="connsiteY95" fmla="*/ 1525725 h 1597680"/>
              <a:gd name="connsiteX96" fmla="*/ 1835994 w 9662615"/>
              <a:gd name="connsiteY96" fmla="*/ 1527678 h 1597680"/>
              <a:gd name="connsiteX97" fmla="*/ 1671119 w 9662615"/>
              <a:gd name="connsiteY97" fmla="*/ 1536701 h 1597680"/>
              <a:gd name="connsiteX98" fmla="*/ 1601337 w 9662615"/>
              <a:gd name="connsiteY98" fmla="*/ 1548552 h 1597680"/>
              <a:gd name="connsiteX99" fmla="*/ 1407755 w 9662615"/>
              <a:gd name="connsiteY99" fmla="*/ 1571444 h 1597680"/>
              <a:gd name="connsiteX100" fmla="*/ 1271994 w 9662615"/>
              <a:gd name="connsiteY100" fmla="*/ 1579471 h 1597680"/>
              <a:gd name="connsiteX101" fmla="*/ 1249226 w 9662615"/>
              <a:gd name="connsiteY101" fmla="*/ 1583140 h 1597680"/>
              <a:gd name="connsiteX102" fmla="*/ 1217719 w 9662615"/>
              <a:gd name="connsiteY102" fmla="*/ 1580863 h 1597680"/>
              <a:gd name="connsiteX103" fmla="*/ 1091432 w 9662615"/>
              <a:gd name="connsiteY103" fmla="*/ 1571003 h 1597680"/>
              <a:gd name="connsiteX104" fmla="*/ 992039 w 9662615"/>
              <a:gd name="connsiteY104" fmla="*/ 1556662 h 1597680"/>
              <a:gd name="connsiteX105" fmla="*/ 868264 w 9662615"/>
              <a:gd name="connsiteY105" fmla="*/ 1566392 h 1597680"/>
              <a:gd name="connsiteX106" fmla="*/ 792765 w 9662615"/>
              <a:gd name="connsiteY106" fmla="*/ 1563102 h 1597680"/>
              <a:gd name="connsiteX107" fmla="*/ 669055 w 9662615"/>
              <a:gd name="connsiteY107" fmla="*/ 1543638 h 1597680"/>
              <a:gd name="connsiteX108" fmla="*/ 506152 w 9662615"/>
              <a:gd name="connsiteY108" fmla="*/ 1549124 h 1597680"/>
              <a:gd name="connsiteX109" fmla="*/ 472797 w 9662615"/>
              <a:gd name="connsiteY109" fmla="*/ 1568904 h 1597680"/>
              <a:gd name="connsiteX110" fmla="*/ 427864 w 9662615"/>
              <a:gd name="connsiteY110" fmla="*/ 1580848 h 1597680"/>
              <a:gd name="connsiteX111" fmla="*/ 408381 w 9662615"/>
              <a:gd name="connsiteY111" fmla="*/ 1552940 h 1597680"/>
              <a:gd name="connsiteX112" fmla="*/ 267163 w 9662615"/>
              <a:gd name="connsiteY112" fmla="*/ 1531913 h 1597680"/>
              <a:gd name="connsiteX113" fmla="*/ 196644 w 9662615"/>
              <a:gd name="connsiteY113" fmla="*/ 1524565 h 1597680"/>
              <a:gd name="connsiteX114" fmla="*/ 86819 w 9662615"/>
              <a:gd name="connsiteY114" fmla="*/ 1519517 h 1597680"/>
              <a:gd name="connsiteX115" fmla="*/ 53369 w 9662615"/>
              <a:gd name="connsiteY115" fmla="*/ 1516853 h 1597680"/>
              <a:gd name="connsiteX116" fmla="*/ 2359 w 9662615"/>
              <a:gd name="connsiteY116" fmla="*/ 1515247 h 1597680"/>
              <a:gd name="connsiteX117" fmla="*/ 0 w 9662615"/>
              <a:gd name="connsiteY117" fmla="*/ 1514932 h 1597680"/>
              <a:gd name="connsiteX118" fmla="*/ 0 w 9662615"/>
              <a:gd name="connsiteY118" fmla="*/ 0 h 1597680"/>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66659 w 9662615"/>
              <a:gd name="connsiteY68" fmla="*/ 1528913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6499"/>
              <a:gd name="connsiteX1" fmla="*/ 9662615 w 9662615"/>
              <a:gd name="connsiteY1" fmla="*/ 0 h 1596499"/>
              <a:gd name="connsiteX2" fmla="*/ 9662615 w 9662615"/>
              <a:gd name="connsiteY2" fmla="*/ 1280346 h 1596499"/>
              <a:gd name="connsiteX3" fmla="*/ 9658420 w 9662615"/>
              <a:gd name="connsiteY3" fmla="*/ 1280106 h 1596499"/>
              <a:gd name="connsiteX4" fmla="*/ 9469546 w 9662615"/>
              <a:gd name="connsiteY4" fmla="*/ 1289837 h 1596499"/>
              <a:gd name="connsiteX5" fmla="*/ 9385895 w 9662615"/>
              <a:gd name="connsiteY5" fmla="*/ 1269203 h 1596499"/>
              <a:gd name="connsiteX6" fmla="*/ 9144767 w 9662615"/>
              <a:gd name="connsiteY6" fmla="*/ 1264120 h 1596499"/>
              <a:gd name="connsiteX7" fmla="*/ 8837252 w 9662615"/>
              <a:gd name="connsiteY7" fmla="*/ 1350515 h 1596499"/>
              <a:gd name="connsiteX8" fmla="*/ 8705466 w 9662615"/>
              <a:gd name="connsiteY8" fmla="*/ 1342419 h 1596499"/>
              <a:gd name="connsiteX9" fmla="*/ 8652221 w 9662615"/>
              <a:gd name="connsiteY9" fmla="*/ 1326906 h 1596499"/>
              <a:gd name="connsiteX10" fmla="*/ 8632312 w 9662615"/>
              <a:gd name="connsiteY10" fmla="*/ 1326025 h 1596499"/>
              <a:gd name="connsiteX11" fmla="*/ 8591582 w 9662615"/>
              <a:gd name="connsiteY11" fmla="*/ 1341666 h 1596499"/>
              <a:gd name="connsiteX12" fmla="*/ 8537336 w 9662615"/>
              <a:gd name="connsiteY12" fmla="*/ 1341684 h 1596499"/>
              <a:gd name="connsiteX13" fmla="*/ 8472508 w 9662615"/>
              <a:gd name="connsiteY13" fmla="*/ 1363109 h 1596499"/>
              <a:gd name="connsiteX14" fmla="*/ 8258477 w 9662615"/>
              <a:gd name="connsiteY14" fmla="*/ 1370666 h 1596499"/>
              <a:gd name="connsiteX15" fmla="*/ 8197961 w 9662615"/>
              <a:gd name="connsiteY15" fmla="*/ 1392804 h 1596499"/>
              <a:gd name="connsiteX16" fmla="*/ 8171196 w 9662615"/>
              <a:gd name="connsiteY16" fmla="*/ 1397216 h 1596499"/>
              <a:gd name="connsiteX17" fmla="*/ 8127667 w 9662615"/>
              <a:gd name="connsiteY17" fmla="*/ 1418254 h 1596499"/>
              <a:gd name="connsiteX18" fmla="*/ 7974579 w 9662615"/>
              <a:gd name="connsiteY18" fmla="*/ 1383439 h 1596499"/>
              <a:gd name="connsiteX19" fmla="*/ 7768351 w 9662615"/>
              <a:gd name="connsiteY19" fmla="*/ 1395051 h 1596499"/>
              <a:gd name="connsiteX20" fmla="*/ 7635985 w 9662615"/>
              <a:gd name="connsiteY20" fmla="*/ 1386363 h 1596499"/>
              <a:gd name="connsiteX21" fmla="*/ 7466069 w 9662615"/>
              <a:gd name="connsiteY21" fmla="*/ 1377654 h 1596499"/>
              <a:gd name="connsiteX22" fmla="*/ 7355642 w 9662615"/>
              <a:gd name="connsiteY22" fmla="*/ 1407761 h 1596499"/>
              <a:gd name="connsiteX23" fmla="*/ 7151610 w 9662615"/>
              <a:gd name="connsiteY23" fmla="*/ 1397856 h 1596499"/>
              <a:gd name="connsiteX24" fmla="*/ 7082147 w 9662615"/>
              <a:gd name="connsiteY24" fmla="*/ 1406113 h 1596499"/>
              <a:gd name="connsiteX25" fmla="*/ 7014958 w 9662615"/>
              <a:gd name="connsiteY25" fmla="*/ 1396883 h 1596499"/>
              <a:gd name="connsiteX26" fmla="*/ 6907567 w 9662615"/>
              <a:gd name="connsiteY26" fmla="*/ 1419149 h 1596499"/>
              <a:gd name="connsiteX27" fmla="*/ 6748428 w 9662615"/>
              <a:gd name="connsiteY27" fmla="*/ 1420308 h 1596499"/>
              <a:gd name="connsiteX28" fmla="*/ 6654257 w 9662615"/>
              <a:gd name="connsiteY28" fmla="*/ 1424143 h 1596499"/>
              <a:gd name="connsiteX29" fmla="*/ 6620123 w 9662615"/>
              <a:gd name="connsiteY29" fmla="*/ 1430535 h 1596499"/>
              <a:gd name="connsiteX30" fmla="*/ 6571355 w 9662615"/>
              <a:gd name="connsiteY30" fmla="*/ 1436144 h 1596499"/>
              <a:gd name="connsiteX31" fmla="*/ 6486557 w 9662615"/>
              <a:gd name="connsiteY31" fmla="*/ 1449861 h 1596499"/>
              <a:gd name="connsiteX32" fmla="*/ 6370419 w 9662615"/>
              <a:gd name="connsiteY32" fmla="*/ 1461649 h 1596499"/>
              <a:gd name="connsiteX33" fmla="*/ 6278839 w 9662615"/>
              <a:gd name="connsiteY33" fmla="*/ 1449160 h 1596499"/>
              <a:gd name="connsiteX34" fmla="*/ 6272455 w 9662615"/>
              <a:gd name="connsiteY34" fmla="*/ 1453191 h 1596499"/>
              <a:gd name="connsiteX35" fmla="*/ 6212659 w 9662615"/>
              <a:gd name="connsiteY35" fmla="*/ 1454850 h 1596499"/>
              <a:gd name="connsiteX36" fmla="*/ 6069317 w 9662615"/>
              <a:gd name="connsiteY36" fmla="*/ 1445838 h 1596499"/>
              <a:gd name="connsiteX37" fmla="*/ 5878477 w 9662615"/>
              <a:gd name="connsiteY37" fmla="*/ 1439180 h 1596499"/>
              <a:gd name="connsiteX38" fmla="*/ 5838387 w 9662615"/>
              <a:gd name="connsiteY38" fmla="*/ 1444679 h 1596499"/>
              <a:gd name="connsiteX39" fmla="*/ 5771136 w 9662615"/>
              <a:gd name="connsiteY39" fmla="*/ 1453639 h 1596499"/>
              <a:gd name="connsiteX40" fmla="*/ 5724081 w 9662615"/>
              <a:gd name="connsiteY40" fmla="*/ 1470431 h 1596499"/>
              <a:gd name="connsiteX41" fmla="*/ 5666577 w 9662615"/>
              <a:gd name="connsiteY41" fmla="*/ 1473921 h 1596499"/>
              <a:gd name="connsiteX42" fmla="*/ 5649068 w 9662615"/>
              <a:gd name="connsiteY42" fmla="*/ 1461676 h 1596499"/>
              <a:gd name="connsiteX43" fmla="*/ 5588902 w 9662615"/>
              <a:gd name="connsiteY43" fmla="*/ 1469647 h 1596499"/>
              <a:gd name="connsiteX44" fmla="*/ 5498090 w 9662615"/>
              <a:gd name="connsiteY44" fmla="*/ 1483173 h 1596499"/>
              <a:gd name="connsiteX45" fmla="*/ 5444641 w 9662615"/>
              <a:gd name="connsiteY45" fmla="*/ 1487602 h 1596499"/>
              <a:gd name="connsiteX46" fmla="*/ 5299812 w 9662615"/>
              <a:gd name="connsiteY46" fmla="*/ 1503362 h 1596499"/>
              <a:gd name="connsiteX47" fmla="*/ 5213947 w 9662615"/>
              <a:gd name="connsiteY47" fmla="*/ 1516637 h 1596499"/>
              <a:gd name="connsiteX48" fmla="*/ 5090342 w 9662615"/>
              <a:gd name="connsiteY48" fmla="*/ 1546680 h 1596499"/>
              <a:gd name="connsiteX49" fmla="*/ 5129812 w 9662615"/>
              <a:gd name="connsiteY49" fmla="*/ 1521277 h 1596499"/>
              <a:gd name="connsiteX50" fmla="*/ 5059484 w 9662615"/>
              <a:gd name="connsiteY50" fmla="*/ 1546802 h 1596499"/>
              <a:gd name="connsiteX51" fmla="*/ 5038524 w 9662615"/>
              <a:gd name="connsiteY51" fmla="*/ 1545675 h 1596499"/>
              <a:gd name="connsiteX52" fmla="*/ 5026564 w 9662615"/>
              <a:gd name="connsiteY52" fmla="*/ 1545376 h 1596499"/>
              <a:gd name="connsiteX53" fmla="*/ 4969433 w 9662615"/>
              <a:gd name="connsiteY53" fmla="*/ 1550865 h 1596499"/>
              <a:gd name="connsiteX54" fmla="*/ 4929254 w 9662615"/>
              <a:gd name="connsiteY54" fmla="*/ 1563452 h 1596499"/>
              <a:gd name="connsiteX55" fmla="*/ 4871726 w 9662615"/>
              <a:gd name="connsiteY55" fmla="*/ 1570584 h 1596499"/>
              <a:gd name="connsiteX56" fmla="*/ 4843267 w 9662615"/>
              <a:gd name="connsiteY56" fmla="*/ 1561459 h 1596499"/>
              <a:gd name="connsiteX57" fmla="*/ 4821058 w 9662615"/>
              <a:gd name="connsiteY57" fmla="*/ 1553078 h 1596499"/>
              <a:gd name="connsiteX58" fmla="*/ 4791466 w 9662615"/>
              <a:gd name="connsiteY58" fmla="*/ 1561324 h 1596499"/>
              <a:gd name="connsiteX59" fmla="*/ 4784247 w 9662615"/>
              <a:gd name="connsiteY59" fmla="*/ 1562342 h 1596499"/>
              <a:gd name="connsiteX60" fmla="*/ 4739309 w 9662615"/>
              <a:gd name="connsiteY60" fmla="*/ 1553948 h 1596499"/>
              <a:gd name="connsiteX61" fmla="*/ 4697562 w 9662615"/>
              <a:gd name="connsiteY61" fmla="*/ 1551206 h 1596499"/>
              <a:gd name="connsiteX62" fmla="*/ 4650737 w 9662615"/>
              <a:gd name="connsiteY62" fmla="*/ 1537381 h 1596499"/>
              <a:gd name="connsiteX63" fmla="*/ 4583150 w 9662615"/>
              <a:gd name="connsiteY63" fmla="*/ 1529064 h 1596499"/>
              <a:gd name="connsiteX64" fmla="*/ 4521734 w 9662615"/>
              <a:gd name="connsiteY64" fmla="*/ 1529359 h 1596499"/>
              <a:gd name="connsiteX65" fmla="*/ 4382398 w 9662615"/>
              <a:gd name="connsiteY65" fmla="*/ 1534108 h 1596499"/>
              <a:gd name="connsiteX66" fmla="*/ 4221826 w 9662615"/>
              <a:gd name="connsiteY66" fmla="*/ 1500972 h 1596499"/>
              <a:gd name="connsiteX67" fmla="*/ 4096601 w 9662615"/>
              <a:gd name="connsiteY67" fmla="*/ 1521563 h 1596499"/>
              <a:gd name="connsiteX68" fmla="*/ 3978586 w 9662615"/>
              <a:gd name="connsiteY68" fmla="*/ 1596499 h 1596499"/>
              <a:gd name="connsiteX69" fmla="*/ 3833906 w 9662615"/>
              <a:gd name="connsiteY69" fmla="*/ 1516637 h 1596499"/>
              <a:gd name="connsiteX70" fmla="*/ 3696258 w 9662615"/>
              <a:gd name="connsiteY70" fmla="*/ 1537563 h 1596499"/>
              <a:gd name="connsiteX71" fmla="*/ 3594070 w 9662615"/>
              <a:gd name="connsiteY71" fmla="*/ 1509422 h 1596499"/>
              <a:gd name="connsiteX72" fmla="*/ 3565233 w 9662615"/>
              <a:gd name="connsiteY72" fmla="*/ 1515122 h 1596499"/>
              <a:gd name="connsiteX73" fmla="*/ 3560267 w 9662615"/>
              <a:gd name="connsiteY73" fmla="*/ 1516288 h 1596499"/>
              <a:gd name="connsiteX74" fmla="*/ 3540258 w 9662615"/>
              <a:gd name="connsiteY74" fmla="*/ 1516976 h 1596499"/>
              <a:gd name="connsiteX75" fmla="*/ 3534780 w 9662615"/>
              <a:gd name="connsiteY75" fmla="*/ 1522141 h 1596499"/>
              <a:gd name="connsiteX76" fmla="*/ 3504783 w 9662615"/>
              <a:gd name="connsiteY76" fmla="*/ 1526739 h 1596499"/>
              <a:gd name="connsiteX77" fmla="*/ 3430805 w 9662615"/>
              <a:gd name="connsiteY77" fmla="*/ 1542521 h 1596499"/>
              <a:gd name="connsiteX78" fmla="*/ 3292707 w 9662615"/>
              <a:gd name="connsiteY78" fmla="*/ 1520490 h 1596499"/>
              <a:gd name="connsiteX79" fmla="*/ 3187872 w 9662615"/>
              <a:gd name="connsiteY79" fmla="*/ 1519991 h 1596499"/>
              <a:gd name="connsiteX80" fmla="*/ 3148026 w 9662615"/>
              <a:gd name="connsiteY80" fmla="*/ 1524777 h 1596499"/>
              <a:gd name="connsiteX81" fmla="*/ 3092394 w 9662615"/>
              <a:gd name="connsiteY81" fmla="*/ 1528115 h 1596499"/>
              <a:gd name="connsiteX82" fmla="*/ 2994200 w 9662615"/>
              <a:gd name="connsiteY82" fmla="*/ 1537857 h 1596499"/>
              <a:gd name="connsiteX83" fmla="*/ 2862301 w 9662615"/>
              <a:gd name="connsiteY83" fmla="*/ 1544250 h 1596499"/>
              <a:gd name="connsiteX84" fmla="*/ 2766335 w 9662615"/>
              <a:gd name="connsiteY84" fmla="*/ 1527662 h 1596499"/>
              <a:gd name="connsiteX85" fmla="*/ 2757836 w 9662615"/>
              <a:gd name="connsiteY85" fmla="*/ 1531371 h 1596499"/>
              <a:gd name="connsiteX86" fmla="*/ 2691555 w 9662615"/>
              <a:gd name="connsiteY86" fmla="*/ 1530283 h 1596499"/>
              <a:gd name="connsiteX87" fmla="*/ 2491676 w 9662615"/>
              <a:gd name="connsiteY87" fmla="*/ 1500859 h 1596499"/>
              <a:gd name="connsiteX88" fmla="*/ 2378036 w 9662615"/>
              <a:gd name="connsiteY88" fmla="*/ 1520645 h 1596499"/>
              <a:gd name="connsiteX89" fmla="*/ 2284269 w 9662615"/>
              <a:gd name="connsiteY89" fmla="*/ 1503068 h 1596499"/>
              <a:gd name="connsiteX90" fmla="*/ 2207104 w 9662615"/>
              <a:gd name="connsiteY90" fmla="*/ 1508888 h 1596499"/>
              <a:gd name="connsiteX91" fmla="*/ 2149226 w 9662615"/>
              <a:gd name="connsiteY91" fmla="*/ 1523409 h 1596499"/>
              <a:gd name="connsiteX92" fmla="*/ 2084783 w 9662615"/>
              <a:gd name="connsiteY92" fmla="*/ 1524245 h 1596499"/>
              <a:gd name="connsiteX93" fmla="*/ 2070075 w 9662615"/>
              <a:gd name="connsiteY93" fmla="*/ 1511285 h 1596499"/>
              <a:gd name="connsiteX94" fmla="*/ 2001057 w 9662615"/>
              <a:gd name="connsiteY94" fmla="*/ 1516449 h 1596499"/>
              <a:gd name="connsiteX95" fmla="*/ 1896330 w 9662615"/>
              <a:gd name="connsiteY95" fmla="*/ 1525725 h 1596499"/>
              <a:gd name="connsiteX96" fmla="*/ 1835994 w 9662615"/>
              <a:gd name="connsiteY96" fmla="*/ 1527678 h 1596499"/>
              <a:gd name="connsiteX97" fmla="*/ 1671119 w 9662615"/>
              <a:gd name="connsiteY97" fmla="*/ 1536701 h 1596499"/>
              <a:gd name="connsiteX98" fmla="*/ 1601337 w 9662615"/>
              <a:gd name="connsiteY98" fmla="*/ 1548552 h 1596499"/>
              <a:gd name="connsiteX99" fmla="*/ 1407755 w 9662615"/>
              <a:gd name="connsiteY99" fmla="*/ 1571444 h 1596499"/>
              <a:gd name="connsiteX100" fmla="*/ 1271994 w 9662615"/>
              <a:gd name="connsiteY100" fmla="*/ 1579471 h 1596499"/>
              <a:gd name="connsiteX101" fmla="*/ 1249226 w 9662615"/>
              <a:gd name="connsiteY101" fmla="*/ 1583140 h 1596499"/>
              <a:gd name="connsiteX102" fmla="*/ 1217719 w 9662615"/>
              <a:gd name="connsiteY102" fmla="*/ 1580863 h 1596499"/>
              <a:gd name="connsiteX103" fmla="*/ 1091432 w 9662615"/>
              <a:gd name="connsiteY103" fmla="*/ 1571003 h 1596499"/>
              <a:gd name="connsiteX104" fmla="*/ 992039 w 9662615"/>
              <a:gd name="connsiteY104" fmla="*/ 1556662 h 1596499"/>
              <a:gd name="connsiteX105" fmla="*/ 868264 w 9662615"/>
              <a:gd name="connsiteY105" fmla="*/ 1566392 h 1596499"/>
              <a:gd name="connsiteX106" fmla="*/ 792765 w 9662615"/>
              <a:gd name="connsiteY106" fmla="*/ 1563102 h 1596499"/>
              <a:gd name="connsiteX107" fmla="*/ 669055 w 9662615"/>
              <a:gd name="connsiteY107" fmla="*/ 1543638 h 1596499"/>
              <a:gd name="connsiteX108" fmla="*/ 506152 w 9662615"/>
              <a:gd name="connsiteY108" fmla="*/ 1549124 h 1596499"/>
              <a:gd name="connsiteX109" fmla="*/ 472797 w 9662615"/>
              <a:gd name="connsiteY109" fmla="*/ 1568904 h 1596499"/>
              <a:gd name="connsiteX110" fmla="*/ 427864 w 9662615"/>
              <a:gd name="connsiteY110" fmla="*/ 1580848 h 1596499"/>
              <a:gd name="connsiteX111" fmla="*/ 408381 w 9662615"/>
              <a:gd name="connsiteY111" fmla="*/ 1552940 h 1596499"/>
              <a:gd name="connsiteX112" fmla="*/ 267163 w 9662615"/>
              <a:gd name="connsiteY112" fmla="*/ 1531913 h 1596499"/>
              <a:gd name="connsiteX113" fmla="*/ 196644 w 9662615"/>
              <a:gd name="connsiteY113" fmla="*/ 1524565 h 1596499"/>
              <a:gd name="connsiteX114" fmla="*/ 86819 w 9662615"/>
              <a:gd name="connsiteY114" fmla="*/ 1519517 h 1596499"/>
              <a:gd name="connsiteX115" fmla="*/ 53369 w 9662615"/>
              <a:gd name="connsiteY115" fmla="*/ 1516853 h 1596499"/>
              <a:gd name="connsiteX116" fmla="*/ 2359 w 9662615"/>
              <a:gd name="connsiteY116" fmla="*/ 1515247 h 1596499"/>
              <a:gd name="connsiteX117" fmla="*/ 0 w 9662615"/>
              <a:gd name="connsiteY117" fmla="*/ 1514932 h 1596499"/>
              <a:gd name="connsiteX118" fmla="*/ 0 w 9662615"/>
              <a:gd name="connsiteY118" fmla="*/ 0 h 1596499"/>
              <a:gd name="connsiteX0" fmla="*/ 0 w 9662615"/>
              <a:gd name="connsiteY0" fmla="*/ 0 h 1600474"/>
              <a:gd name="connsiteX1" fmla="*/ 9662615 w 9662615"/>
              <a:gd name="connsiteY1" fmla="*/ 0 h 1600474"/>
              <a:gd name="connsiteX2" fmla="*/ 9662615 w 9662615"/>
              <a:gd name="connsiteY2" fmla="*/ 1280346 h 1600474"/>
              <a:gd name="connsiteX3" fmla="*/ 9658420 w 9662615"/>
              <a:gd name="connsiteY3" fmla="*/ 1280106 h 1600474"/>
              <a:gd name="connsiteX4" fmla="*/ 9469546 w 9662615"/>
              <a:gd name="connsiteY4" fmla="*/ 1289837 h 1600474"/>
              <a:gd name="connsiteX5" fmla="*/ 9385895 w 9662615"/>
              <a:gd name="connsiteY5" fmla="*/ 1269203 h 1600474"/>
              <a:gd name="connsiteX6" fmla="*/ 9144767 w 9662615"/>
              <a:gd name="connsiteY6" fmla="*/ 1264120 h 1600474"/>
              <a:gd name="connsiteX7" fmla="*/ 8837252 w 9662615"/>
              <a:gd name="connsiteY7" fmla="*/ 1350515 h 1600474"/>
              <a:gd name="connsiteX8" fmla="*/ 8705466 w 9662615"/>
              <a:gd name="connsiteY8" fmla="*/ 1342419 h 1600474"/>
              <a:gd name="connsiteX9" fmla="*/ 8652221 w 9662615"/>
              <a:gd name="connsiteY9" fmla="*/ 1326906 h 1600474"/>
              <a:gd name="connsiteX10" fmla="*/ 8632312 w 9662615"/>
              <a:gd name="connsiteY10" fmla="*/ 1326025 h 1600474"/>
              <a:gd name="connsiteX11" fmla="*/ 8591582 w 9662615"/>
              <a:gd name="connsiteY11" fmla="*/ 1341666 h 1600474"/>
              <a:gd name="connsiteX12" fmla="*/ 8537336 w 9662615"/>
              <a:gd name="connsiteY12" fmla="*/ 1341684 h 1600474"/>
              <a:gd name="connsiteX13" fmla="*/ 8472508 w 9662615"/>
              <a:gd name="connsiteY13" fmla="*/ 1363109 h 1600474"/>
              <a:gd name="connsiteX14" fmla="*/ 8258477 w 9662615"/>
              <a:gd name="connsiteY14" fmla="*/ 1370666 h 1600474"/>
              <a:gd name="connsiteX15" fmla="*/ 8197961 w 9662615"/>
              <a:gd name="connsiteY15" fmla="*/ 1392804 h 1600474"/>
              <a:gd name="connsiteX16" fmla="*/ 8171196 w 9662615"/>
              <a:gd name="connsiteY16" fmla="*/ 1397216 h 1600474"/>
              <a:gd name="connsiteX17" fmla="*/ 8127667 w 9662615"/>
              <a:gd name="connsiteY17" fmla="*/ 1418254 h 1600474"/>
              <a:gd name="connsiteX18" fmla="*/ 7974579 w 9662615"/>
              <a:gd name="connsiteY18" fmla="*/ 1383439 h 1600474"/>
              <a:gd name="connsiteX19" fmla="*/ 7768351 w 9662615"/>
              <a:gd name="connsiteY19" fmla="*/ 1395051 h 1600474"/>
              <a:gd name="connsiteX20" fmla="*/ 7635985 w 9662615"/>
              <a:gd name="connsiteY20" fmla="*/ 1386363 h 1600474"/>
              <a:gd name="connsiteX21" fmla="*/ 7466069 w 9662615"/>
              <a:gd name="connsiteY21" fmla="*/ 1377654 h 1600474"/>
              <a:gd name="connsiteX22" fmla="*/ 7355642 w 9662615"/>
              <a:gd name="connsiteY22" fmla="*/ 1407761 h 1600474"/>
              <a:gd name="connsiteX23" fmla="*/ 7151610 w 9662615"/>
              <a:gd name="connsiteY23" fmla="*/ 1397856 h 1600474"/>
              <a:gd name="connsiteX24" fmla="*/ 7082147 w 9662615"/>
              <a:gd name="connsiteY24" fmla="*/ 1406113 h 1600474"/>
              <a:gd name="connsiteX25" fmla="*/ 7014958 w 9662615"/>
              <a:gd name="connsiteY25" fmla="*/ 1396883 h 1600474"/>
              <a:gd name="connsiteX26" fmla="*/ 6907567 w 9662615"/>
              <a:gd name="connsiteY26" fmla="*/ 1419149 h 1600474"/>
              <a:gd name="connsiteX27" fmla="*/ 6748428 w 9662615"/>
              <a:gd name="connsiteY27" fmla="*/ 1420308 h 1600474"/>
              <a:gd name="connsiteX28" fmla="*/ 6654257 w 9662615"/>
              <a:gd name="connsiteY28" fmla="*/ 1424143 h 1600474"/>
              <a:gd name="connsiteX29" fmla="*/ 6620123 w 9662615"/>
              <a:gd name="connsiteY29" fmla="*/ 1430535 h 1600474"/>
              <a:gd name="connsiteX30" fmla="*/ 6571355 w 9662615"/>
              <a:gd name="connsiteY30" fmla="*/ 1436144 h 1600474"/>
              <a:gd name="connsiteX31" fmla="*/ 6486557 w 9662615"/>
              <a:gd name="connsiteY31" fmla="*/ 1449861 h 1600474"/>
              <a:gd name="connsiteX32" fmla="*/ 6370419 w 9662615"/>
              <a:gd name="connsiteY32" fmla="*/ 1461649 h 1600474"/>
              <a:gd name="connsiteX33" fmla="*/ 6278839 w 9662615"/>
              <a:gd name="connsiteY33" fmla="*/ 1449160 h 1600474"/>
              <a:gd name="connsiteX34" fmla="*/ 6272455 w 9662615"/>
              <a:gd name="connsiteY34" fmla="*/ 1453191 h 1600474"/>
              <a:gd name="connsiteX35" fmla="*/ 6212659 w 9662615"/>
              <a:gd name="connsiteY35" fmla="*/ 1454850 h 1600474"/>
              <a:gd name="connsiteX36" fmla="*/ 6069317 w 9662615"/>
              <a:gd name="connsiteY36" fmla="*/ 1445838 h 1600474"/>
              <a:gd name="connsiteX37" fmla="*/ 5878477 w 9662615"/>
              <a:gd name="connsiteY37" fmla="*/ 1439180 h 1600474"/>
              <a:gd name="connsiteX38" fmla="*/ 5838387 w 9662615"/>
              <a:gd name="connsiteY38" fmla="*/ 1444679 h 1600474"/>
              <a:gd name="connsiteX39" fmla="*/ 5771136 w 9662615"/>
              <a:gd name="connsiteY39" fmla="*/ 1453639 h 1600474"/>
              <a:gd name="connsiteX40" fmla="*/ 5724081 w 9662615"/>
              <a:gd name="connsiteY40" fmla="*/ 1470431 h 1600474"/>
              <a:gd name="connsiteX41" fmla="*/ 5666577 w 9662615"/>
              <a:gd name="connsiteY41" fmla="*/ 1473921 h 1600474"/>
              <a:gd name="connsiteX42" fmla="*/ 5649068 w 9662615"/>
              <a:gd name="connsiteY42" fmla="*/ 1461676 h 1600474"/>
              <a:gd name="connsiteX43" fmla="*/ 5588902 w 9662615"/>
              <a:gd name="connsiteY43" fmla="*/ 1469647 h 1600474"/>
              <a:gd name="connsiteX44" fmla="*/ 5498090 w 9662615"/>
              <a:gd name="connsiteY44" fmla="*/ 1483173 h 1600474"/>
              <a:gd name="connsiteX45" fmla="*/ 5444641 w 9662615"/>
              <a:gd name="connsiteY45" fmla="*/ 1487602 h 1600474"/>
              <a:gd name="connsiteX46" fmla="*/ 5299812 w 9662615"/>
              <a:gd name="connsiteY46" fmla="*/ 1503362 h 1600474"/>
              <a:gd name="connsiteX47" fmla="*/ 5213947 w 9662615"/>
              <a:gd name="connsiteY47" fmla="*/ 1516637 h 1600474"/>
              <a:gd name="connsiteX48" fmla="*/ 5090342 w 9662615"/>
              <a:gd name="connsiteY48" fmla="*/ 1546680 h 1600474"/>
              <a:gd name="connsiteX49" fmla="*/ 5129812 w 9662615"/>
              <a:gd name="connsiteY49" fmla="*/ 1521277 h 1600474"/>
              <a:gd name="connsiteX50" fmla="*/ 5059484 w 9662615"/>
              <a:gd name="connsiteY50" fmla="*/ 1546802 h 1600474"/>
              <a:gd name="connsiteX51" fmla="*/ 5038524 w 9662615"/>
              <a:gd name="connsiteY51" fmla="*/ 1545675 h 1600474"/>
              <a:gd name="connsiteX52" fmla="*/ 5026564 w 9662615"/>
              <a:gd name="connsiteY52" fmla="*/ 1545376 h 1600474"/>
              <a:gd name="connsiteX53" fmla="*/ 4969433 w 9662615"/>
              <a:gd name="connsiteY53" fmla="*/ 1550865 h 1600474"/>
              <a:gd name="connsiteX54" fmla="*/ 4929254 w 9662615"/>
              <a:gd name="connsiteY54" fmla="*/ 1563452 h 1600474"/>
              <a:gd name="connsiteX55" fmla="*/ 4871726 w 9662615"/>
              <a:gd name="connsiteY55" fmla="*/ 1570584 h 1600474"/>
              <a:gd name="connsiteX56" fmla="*/ 4843267 w 9662615"/>
              <a:gd name="connsiteY56" fmla="*/ 1561459 h 1600474"/>
              <a:gd name="connsiteX57" fmla="*/ 4821058 w 9662615"/>
              <a:gd name="connsiteY57" fmla="*/ 1553078 h 1600474"/>
              <a:gd name="connsiteX58" fmla="*/ 4791466 w 9662615"/>
              <a:gd name="connsiteY58" fmla="*/ 1561324 h 1600474"/>
              <a:gd name="connsiteX59" fmla="*/ 4784247 w 9662615"/>
              <a:gd name="connsiteY59" fmla="*/ 1562342 h 1600474"/>
              <a:gd name="connsiteX60" fmla="*/ 4739309 w 9662615"/>
              <a:gd name="connsiteY60" fmla="*/ 1553948 h 1600474"/>
              <a:gd name="connsiteX61" fmla="*/ 4697562 w 9662615"/>
              <a:gd name="connsiteY61" fmla="*/ 1551206 h 1600474"/>
              <a:gd name="connsiteX62" fmla="*/ 4650737 w 9662615"/>
              <a:gd name="connsiteY62" fmla="*/ 1537381 h 1600474"/>
              <a:gd name="connsiteX63" fmla="*/ 4583150 w 9662615"/>
              <a:gd name="connsiteY63" fmla="*/ 1529064 h 1600474"/>
              <a:gd name="connsiteX64" fmla="*/ 4521734 w 9662615"/>
              <a:gd name="connsiteY64" fmla="*/ 1529359 h 1600474"/>
              <a:gd name="connsiteX65" fmla="*/ 4382398 w 9662615"/>
              <a:gd name="connsiteY65" fmla="*/ 1534108 h 1600474"/>
              <a:gd name="connsiteX66" fmla="*/ 4221826 w 9662615"/>
              <a:gd name="connsiteY66" fmla="*/ 1500972 h 1600474"/>
              <a:gd name="connsiteX67" fmla="*/ 4096601 w 9662615"/>
              <a:gd name="connsiteY67" fmla="*/ 1521563 h 1600474"/>
              <a:gd name="connsiteX68" fmla="*/ 4046172 w 9662615"/>
              <a:gd name="connsiteY68" fmla="*/ 1600474 h 1600474"/>
              <a:gd name="connsiteX69" fmla="*/ 3833906 w 9662615"/>
              <a:gd name="connsiteY69" fmla="*/ 1516637 h 1600474"/>
              <a:gd name="connsiteX70" fmla="*/ 3696258 w 9662615"/>
              <a:gd name="connsiteY70" fmla="*/ 1537563 h 1600474"/>
              <a:gd name="connsiteX71" fmla="*/ 3594070 w 9662615"/>
              <a:gd name="connsiteY71" fmla="*/ 1509422 h 1600474"/>
              <a:gd name="connsiteX72" fmla="*/ 3565233 w 9662615"/>
              <a:gd name="connsiteY72" fmla="*/ 1515122 h 1600474"/>
              <a:gd name="connsiteX73" fmla="*/ 3560267 w 9662615"/>
              <a:gd name="connsiteY73" fmla="*/ 1516288 h 1600474"/>
              <a:gd name="connsiteX74" fmla="*/ 3540258 w 9662615"/>
              <a:gd name="connsiteY74" fmla="*/ 1516976 h 1600474"/>
              <a:gd name="connsiteX75" fmla="*/ 3534780 w 9662615"/>
              <a:gd name="connsiteY75" fmla="*/ 1522141 h 1600474"/>
              <a:gd name="connsiteX76" fmla="*/ 3504783 w 9662615"/>
              <a:gd name="connsiteY76" fmla="*/ 1526739 h 1600474"/>
              <a:gd name="connsiteX77" fmla="*/ 3430805 w 9662615"/>
              <a:gd name="connsiteY77" fmla="*/ 1542521 h 1600474"/>
              <a:gd name="connsiteX78" fmla="*/ 3292707 w 9662615"/>
              <a:gd name="connsiteY78" fmla="*/ 1520490 h 1600474"/>
              <a:gd name="connsiteX79" fmla="*/ 3187872 w 9662615"/>
              <a:gd name="connsiteY79" fmla="*/ 1519991 h 1600474"/>
              <a:gd name="connsiteX80" fmla="*/ 3148026 w 9662615"/>
              <a:gd name="connsiteY80" fmla="*/ 1524777 h 1600474"/>
              <a:gd name="connsiteX81" fmla="*/ 3092394 w 9662615"/>
              <a:gd name="connsiteY81" fmla="*/ 1528115 h 1600474"/>
              <a:gd name="connsiteX82" fmla="*/ 2994200 w 9662615"/>
              <a:gd name="connsiteY82" fmla="*/ 1537857 h 1600474"/>
              <a:gd name="connsiteX83" fmla="*/ 2862301 w 9662615"/>
              <a:gd name="connsiteY83" fmla="*/ 1544250 h 1600474"/>
              <a:gd name="connsiteX84" fmla="*/ 2766335 w 9662615"/>
              <a:gd name="connsiteY84" fmla="*/ 1527662 h 1600474"/>
              <a:gd name="connsiteX85" fmla="*/ 2757836 w 9662615"/>
              <a:gd name="connsiteY85" fmla="*/ 1531371 h 1600474"/>
              <a:gd name="connsiteX86" fmla="*/ 2691555 w 9662615"/>
              <a:gd name="connsiteY86" fmla="*/ 1530283 h 1600474"/>
              <a:gd name="connsiteX87" fmla="*/ 2491676 w 9662615"/>
              <a:gd name="connsiteY87" fmla="*/ 1500859 h 1600474"/>
              <a:gd name="connsiteX88" fmla="*/ 2378036 w 9662615"/>
              <a:gd name="connsiteY88" fmla="*/ 1520645 h 1600474"/>
              <a:gd name="connsiteX89" fmla="*/ 2284269 w 9662615"/>
              <a:gd name="connsiteY89" fmla="*/ 1503068 h 1600474"/>
              <a:gd name="connsiteX90" fmla="*/ 2207104 w 9662615"/>
              <a:gd name="connsiteY90" fmla="*/ 1508888 h 1600474"/>
              <a:gd name="connsiteX91" fmla="*/ 2149226 w 9662615"/>
              <a:gd name="connsiteY91" fmla="*/ 1523409 h 1600474"/>
              <a:gd name="connsiteX92" fmla="*/ 2084783 w 9662615"/>
              <a:gd name="connsiteY92" fmla="*/ 1524245 h 1600474"/>
              <a:gd name="connsiteX93" fmla="*/ 2070075 w 9662615"/>
              <a:gd name="connsiteY93" fmla="*/ 1511285 h 1600474"/>
              <a:gd name="connsiteX94" fmla="*/ 2001057 w 9662615"/>
              <a:gd name="connsiteY94" fmla="*/ 1516449 h 1600474"/>
              <a:gd name="connsiteX95" fmla="*/ 1896330 w 9662615"/>
              <a:gd name="connsiteY95" fmla="*/ 1525725 h 1600474"/>
              <a:gd name="connsiteX96" fmla="*/ 1835994 w 9662615"/>
              <a:gd name="connsiteY96" fmla="*/ 1527678 h 1600474"/>
              <a:gd name="connsiteX97" fmla="*/ 1671119 w 9662615"/>
              <a:gd name="connsiteY97" fmla="*/ 1536701 h 1600474"/>
              <a:gd name="connsiteX98" fmla="*/ 1601337 w 9662615"/>
              <a:gd name="connsiteY98" fmla="*/ 1548552 h 1600474"/>
              <a:gd name="connsiteX99" fmla="*/ 1407755 w 9662615"/>
              <a:gd name="connsiteY99" fmla="*/ 1571444 h 1600474"/>
              <a:gd name="connsiteX100" fmla="*/ 1271994 w 9662615"/>
              <a:gd name="connsiteY100" fmla="*/ 1579471 h 1600474"/>
              <a:gd name="connsiteX101" fmla="*/ 1249226 w 9662615"/>
              <a:gd name="connsiteY101" fmla="*/ 1583140 h 1600474"/>
              <a:gd name="connsiteX102" fmla="*/ 1217719 w 9662615"/>
              <a:gd name="connsiteY102" fmla="*/ 1580863 h 1600474"/>
              <a:gd name="connsiteX103" fmla="*/ 1091432 w 9662615"/>
              <a:gd name="connsiteY103" fmla="*/ 1571003 h 1600474"/>
              <a:gd name="connsiteX104" fmla="*/ 992039 w 9662615"/>
              <a:gd name="connsiteY104" fmla="*/ 1556662 h 1600474"/>
              <a:gd name="connsiteX105" fmla="*/ 868264 w 9662615"/>
              <a:gd name="connsiteY105" fmla="*/ 1566392 h 1600474"/>
              <a:gd name="connsiteX106" fmla="*/ 792765 w 9662615"/>
              <a:gd name="connsiteY106" fmla="*/ 1563102 h 1600474"/>
              <a:gd name="connsiteX107" fmla="*/ 669055 w 9662615"/>
              <a:gd name="connsiteY107" fmla="*/ 1543638 h 1600474"/>
              <a:gd name="connsiteX108" fmla="*/ 506152 w 9662615"/>
              <a:gd name="connsiteY108" fmla="*/ 1549124 h 1600474"/>
              <a:gd name="connsiteX109" fmla="*/ 472797 w 9662615"/>
              <a:gd name="connsiteY109" fmla="*/ 1568904 h 1600474"/>
              <a:gd name="connsiteX110" fmla="*/ 427864 w 9662615"/>
              <a:gd name="connsiteY110" fmla="*/ 1580848 h 1600474"/>
              <a:gd name="connsiteX111" fmla="*/ 408381 w 9662615"/>
              <a:gd name="connsiteY111" fmla="*/ 1552940 h 1600474"/>
              <a:gd name="connsiteX112" fmla="*/ 267163 w 9662615"/>
              <a:gd name="connsiteY112" fmla="*/ 1531913 h 1600474"/>
              <a:gd name="connsiteX113" fmla="*/ 196644 w 9662615"/>
              <a:gd name="connsiteY113" fmla="*/ 1524565 h 1600474"/>
              <a:gd name="connsiteX114" fmla="*/ 86819 w 9662615"/>
              <a:gd name="connsiteY114" fmla="*/ 1519517 h 1600474"/>
              <a:gd name="connsiteX115" fmla="*/ 53369 w 9662615"/>
              <a:gd name="connsiteY115" fmla="*/ 1516853 h 1600474"/>
              <a:gd name="connsiteX116" fmla="*/ 2359 w 9662615"/>
              <a:gd name="connsiteY116" fmla="*/ 1515247 h 1600474"/>
              <a:gd name="connsiteX117" fmla="*/ 0 w 9662615"/>
              <a:gd name="connsiteY117" fmla="*/ 1514932 h 1600474"/>
              <a:gd name="connsiteX118" fmla="*/ 0 w 9662615"/>
              <a:gd name="connsiteY118" fmla="*/ 0 h 1600474"/>
              <a:gd name="connsiteX0" fmla="*/ 0 w 9662615"/>
              <a:gd name="connsiteY0" fmla="*/ 0 h 1679987"/>
              <a:gd name="connsiteX1" fmla="*/ 9662615 w 9662615"/>
              <a:gd name="connsiteY1" fmla="*/ 0 h 1679987"/>
              <a:gd name="connsiteX2" fmla="*/ 9662615 w 9662615"/>
              <a:gd name="connsiteY2" fmla="*/ 1280346 h 1679987"/>
              <a:gd name="connsiteX3" fmla="*/ 9658420 w 9662615"/>
              <a:gd name="connsiteY3" fmla="*/ 1280106 h 1679987"/>
              <a:gd name="connsiteX4" fmla="*/ 9469546 w 9662615"/>
              <a:gd name="connsiteY4" fmla="*/ 1289837 h 1679987"/>
              <a:gd name="connsiteX5" fmla="*/ 9385895 w 9662615"/>
              <a:gd name="connsiteY5" fmla="*/ 1269203 h 1679987"/>
              <a:gd name="connsiteX6" fmla="*/ 9144767 w 9662615"/>
              <a:gd name="connsiteY6" fmla="*/ 1264120 h 1679987"/>
              <a:gd name="connsiteX7" fmla="*/ 8837252 w 9662615"/>
              <a:gd name="connsiteY7" fmla="*/ 1350515 h 1679987"/>
              <a:gd name="connsiteX8" fmla="*/ 8705466 w 9662615"/>
              <a:gd name="connsiteY8" fmla="*/ 1342419 h 1679987"/>
              <a:gd name="connsiteX9" fmla="*/ 8652221 w 9662615"/>
              <a:gd name="connsiteY9" fmla="*/ 1326906 h 1679987"/>
              <a:gd name="connsiteX10" fmla="*/ 8632312 w 9662615"/>
              <a:gd name="connsiteY10" fmla="*/ 1326025 h 1679987"/>
              <a:gd name="connsiteX11" fmla="*/ 8591582 w 9662615"/>
              <a:gd name="connsiteY11" fmla="*/ 1341666 h 1679987"/>
              <a:gd name="connsiteX12" fmla="*/ 8537336 w 9662615"/>
              <a:gd name="connsiteY12" fmla="*/ 1341684 h 1679987"/>
              <a:gd name="connsiteX13" fmla="*/ 8472508 w 9662615"/>
              <a:gd name="connsiteY13" fmla="*/ 1363109 h 1679987"/>
              <a:gd name="connsiteX14" fmla="*/ 8258477 w 9662615"/>
              <a:gd name="connsiteY14" fmla="*/ 1370666 h 1679987"/>
              <a:gd name="connsiteX15" fmla="*/ 8197961 w 9662615"/>
              <a:gd name="connsiteY15" fmla="*/ 1392804 h 1679987"/>
              <a:gd name="connsiteX16" fmla="*/ 8171196 w 9662615"/>
              <a:gd name="connsiteY16" fmla="*/ 1397216 h 1679987"/>
              <a:gd name="connsiteX17" fmla="*/ 8127667 w 9662615"/>
              <a:gd name="connsiteY17" fmla="*/ 1418254 h 1679987"/>
              <a:gd name="connsiteX18" fmla="*/ 7974579 w 9662615"/>
              <a:gd name="connsiteY18" fmla="*/ 1383439 h 1679987"/>
              <a:gd name="connsiteX19" fmla="*/ 7768351 w 9662615"/>
              <a:gd name="connsiteY19" fmla="*/ 1395051 h 1679987"/>
              <a:gd name="connsiteX20" fmla="*/ 7635985 w 9662615"/>
              <a:gd name="connsiteY20" fmla="*/ 1386363 h 1679987"/>
              <a:gd name="connsiteX21" fmla="*/ 7466069 w 9662615"/>
              <a:gd name="connsiteY21" fmla="*/ 1377654 h 1679987"/>
              <a:gd name="connsiteX22" fmla="*/ 7355642 w 9662615"/>
              <a:gd name="connsiteY22" fmla="*/ 1407761 h 1679987"/>
              <a:gd name="connsiteX23" fmla="*/ 7151610 w 9662615"/>
              <a:gd name="connsiteY23" fmla="*/ 1397856 h 1679987"/>
              <a:gd name="connsiteX24" fmla="*/ 7082147 w 9662615"/>
              <a:gd name="connsiteY24" fmla="*/ 1406113 h 1679987"/>
              <a:gd name="connsiteX25" fmla="*/ 7014958 w 9662615"/>
              <a:gd name="connsiteY25" fmla="*/ 1396883 h 1679987"/>
              <a:gd name="connsiteX26" fmla="*/ 6907567 w 9662615"/>
              <a:gd name="connsiteY26" fmla="*/ 1419149 h 1679987"/>
              <a:gd name="connsiteX27" fmla="*/ 6748428 w 9662615"/>
              <a:gd name="connsiteY27" fmla="*/ 1420308 h 1679987"/>
              <a:gd name="connsiteX28" fmla="*/ 6654257 w 9662615"/>
              <a:gd name="connsiteY28" fmla="*/ 1424143 h 1679987"/>
              <a:gd name="connsiteX29" fmla="*/ 6620123 w 9662615"/>
              <a:gd name="connsiteY29" fmla="*/ 1430535 h 1679987"/>
              <a:gd name="connsiteX30" fmla="*/ 6571355 w 9662615"/>
              <a:gd name="connsiteY30" fmla="*/ 1436144 h 1679987"/>
              <a:gd name="connsiteX31" fmla="*/ 6486557 w 9662615"/>
              <a:gd name="connsiteY31" fmla="*/ 1449861 h 1679987"/>
              <a:gd name="connsiteX32" fmla="*/ 6370419 w 9662615"/>
              <a:gd name="connsiteY32" fmla="*/ 1461649 h 1679987"/>
              <a:gd name="connsiteX33" fmla="*/ 6278839 w 9662615"/>
              <a:gd name="connsiteY33" fmla="*/ 1449160 h 1679987"/>
              <a:gd name="connsiteX34" fmla="*/ 6272455 w 9662615"/>
              <a:gd name="connsiteY34" fmla="*/ 1453191 h 1679987"/>
              <a:gd name="connsiteX35" fmla="*/ 6212659 w 9662615"/>
              <a:gd name="connsiteY35" fmla="*/ 1454850 h 1679987"/>
              <a:gd name="connsiteX36" fmla="*/ 6069317 w 9662615"/>
              <a:gd name="connsiteY36" fmla="*/ 1445838 h 1679987"/>
              <a:gd name="connsiteX37" fmla="*/ 5878477 w 9662615"/>
              <a:gd name="connsiteY37" fmla="*/ 1439180 h 1679987"/>
              <a:gd name="connsiteX38" fmla="*/ 5838387 w 9662615"/>
              <a:gd name="connsiteY38" fmla="*/ 1444679 h 1679987"/>
              <a:gd name="connsiteX39" fmla="*/ 5771136 w 9662615"/>
              <a:gd name="connsiteY39" fmla="*/ 1453639 h 1679987"/>
              <a:gd name="connsiteX40" fmla="*/ 5724081 w 9662615"/>
              <a:gd name="connsiteY40" fmla="*/ 1470431 h 1679987"/>
              <a:gd name="connsiteX41" fmla="*/ 5666577 w 9662615"/>
              <a:gd name="connsiteY41" fmla="*/ 1473921 h 1679987"/>
              <a:gd name="connsiteX42" fmla="*/ 5649068 w 9662615"/>
              <a:gd name="connsiteY42" fmla="*/ 1461676 h 1679987"/>
              <a:gd name="connsiteX43" fmla="*/ 5588902 w 9662615"/>
              <a:gd name="connsiteY43" fmla="*/ 1469647 h 1679987"/>
              <a:gd name="connsiteX44" fmla="*/ 5498090 w 9662615"/>
              <a:gd name="connsiteY44" fmla="*/ 1483173 h 1679987"/>
              <a:gd name="connsiteX45" fmla="*/ 5444641 w 9662615"/>
              <a:gd name="connsiteY45" fmla="*/ 1487602 h 1679987"/>
              <a:gd name="connsiteX46" fmla="*/ 5299812 w 9662615"/>
              <a:gd name="connsiteY46" fmla="*/ 1503362 h 1679987"/>
              <a:gd name="connsiteX47" fmla="*/ 5213947 w 9662615"/>
              <a:gd name="connsiteY47" fmla="*/ 1516637 h 1679987"/>
              <a:gd name="connsiteX48" fmla="*/ 5090342 w 9662615"/>
              <a:gd name="connsiteY48" fmla="*/ 1546680 h 1679987"/>
              <a:gd name="connsiteX49" fmla="*/ 5129812 w 9662615"/>
              <a:gd name="connsiteY49" fmla="*/ 1521277 h 1679987"/>
              <a:gd name="connsiteX50" fmla="*/ 5059484 w 9662615"/>
              <a:gd name="connsiteY50" fmla="*/ 1546802 h 1679987"/>
              <a:gd name="connsiteX51" fmla="*/ 5038524 w 9662615"/>
              <a:gd name="connsiteY51" fmla="*/ 1545675 h 1679987"/>
              <a:gd name="connsiteX52" fmla="*/ 5026564 w 9662615"/>
              <a:gd name="connsiteY52" fmla="*/ 1545376 h 1679987"/>
              <a:gd name="connsiteX53" fmla="*/ 4969433 w 9662615"/>
              <a:gd name="connsiteY53" fmla="*/ 1550865 h 1679987"/>
              <a:gd name="connsiteX54" fmla="*/ 4929254 w 9662615"/>
              <a:gd name="connsiteY54" fmla="*/ 1563452 h 1679987"/>
              <a:gd name="connsiteX55" fmla="*/ 4871726 w 9662615"/>
              <a:gd name="connsiteY55" fmla="*/ 1570584 h 1679987"/>
              <a:gd name="connsiteX56" fmla="*/ 4843267 w 9662615"/>
              <a:gd name="connsiteY56" fmla="*/ 1561459 h 1679987"/>
              <a:gd name="connsiteX57" fmla="*/ 4821058 w 9662615"/>
              <a:gd name="connsiteY57" fmla="*/ 1553078 h 1679987"/>
              <a:gd name="connsiteX58" fmla="*/ 4791466 w 9662615"/>
              <a:gd name="connsiteY58" fmla="*/ 1561324 h 1679987"/>
              <a:gd name="connsiteX59" fmla="*/ 4784247 w 9662615"/>
              <a:gd name="connsiteY59" fmla="*/ 1562342 h 1679987"/>
              <a:gd name="connsiteX60" fmla="*/ 4739309 w 9662615"/>
              <a:gd name="connsiteY60" fmla="*/ 1553948 h 1679987"/>
              <a:gd name="connsiteX61" fmla="*/ 4697562 w 9662615"/>
              <a:gd name="connsiteY61" fmla="*/ 1551206 h 1679987"/>
              <a:gd name="connsiteX62" fmla="*/ 4650737 w 9662615"/>
              <a:gd name="connsiteY62" fmla="*/ 1537381 h 1679987"/>
              <a:gd name="connsiteX63" fmla="*/ 4583150 w 9662615"/>
              <a:gd name="connsiteY63" fmla="*/ 1529064 h 1679987"/>
              <a:gd name="connsiteX64" fmla="*/ 4521734 w 9662615"/>
              <a:gd name="connsiteY64" fmla="*/ 1529359 h 1679987"/>
              <a:gd name="connsiteX65" fmla="*/ 4382398 w 9662615"/>
              <a:gd name="connsiteY65" fmla="*/ 1534108 h 1679987"/>
              <a:gd name="connsiteX66" fmla="*/ 4221826 w 9662615"/>
              <a:gd name="connsiteY66" fmla="*/ 1500972 h 1679987"/>
              <a:gd name="connsiteX67" fmla="*/ 4096601 w 9662615"/>
              <a:gd name="connsiteY67" fmla="*/ 1521563 h 1679987"/>
              <a:gd name="connsiteX68" fmla="*/ 3879195 w 9662615"/>
              <a:gd name="connsiteY68" fmla="*/ 1679987 h 1679987"/>
              <a:gd name="connsiteX69" fmla="*/ 3833906 w 9662615"/>
              <a:gd name="connsiteY69" fmla="*/ 1516637 h 1679987"/>
              <a:gd name="connsiteX70" fmla="*/ 3696258 w 9662615"/>
              <a:gd name="connsiteY70" fmla="*/ 1537563 h 1679987"/>
              <a:gd name="connsiteX71" fmla="*/ 3594070 w 9662615"/>
              <a:gd name="connsiteY71" fmla="*/ 1509422 h 1679987"/>
              <a:gd name="connsiteX72" fmla="*/ 3565233 w 9662615"/>
              <a:gd name="connsiteY72" fmla="*/ 1515122 h 1679987"/>
              <a:gd name="connsiteX73" fmla="*/ 3560267 w 9662615"/>
              <a:gd name="connsiteY73" fmla="*/ 1516288 h 1679987"/>
              <a:gd name="connsiteX74" fmla="*/ 3540258 w 9662615"/>
              <a:gd name="connsiteY74" fmla="*/ 1516976 h 1679987"/>
              <a:gd name="connsiteX75" fmla="*/ 3534780 w 9662615"/>
              <a:gd name="connsiteY75" fmla="*/ 1522141 h 1679987"/>
              <a:gd name="connsiteX76" fmla="*/ 3504783 w 9662615"/>
              <a:gd name="connsiteY76" fmla="*/ 1526739 h 1679987"/>
              <a:gd name="connsiteX77" fmla="*/ 3430805 w 9662615"/>
              <a:gd name="connsiteY77" fmla="*/ 1542521 h 1679987"/>
              <a:gd name="connsiteX78" fmla="*/ 3292707 w 9662615"/>
              <a:gd name="connsiteY78" fmla="*/ 1520490 h 1679987"/>
              <a:gd name="connsiteX79" fmla="*/ 3187872 w 9662615"/>
              <a:gd name="connsiteY79" fmla="*/ 1519991 h 1679987"/>
              <a:gd name="connsiteX80" fmla="*/ 3148026 w 9662615"/>
              <a:gd name="connsiteY80" fmla="*/ 1524777 h 1679987"/>
              <a:gd name="connsiteX81" fmla="*/ 3092394 w 9662615"/>
              <a:gd name="connsiteY81" fmla="*/ 1528115 h 1679987"/>
              <a:gd name="connsiteX82" fmla="*/ 2994200 w 9662615"/>
              <a:gd name="connsiteY82" fmla="*/ 1537857 h 1679987"/>
              <a:gd name="connsiteX83" fmla="*/ 2862301 w 9662615"/>
              <a:gd name="connsiteY83" fmla="*/ 1544250 h 1679987"/>
              <a:gd name="connsiteX84" fmla="*/ 2766335 w 9662615"/>
              <a:gd name="connsiteY84" fmla="*/ 1527662 h 1679987"/>
              <a:gd name="connsiteX85" fmla="*/ 2757836 w 9662615"/>
              <a:gd name="connsiteY85" fmla="*/ 1531371 h 1679987"/>
              <a:gd name="connsiteX86" fmla="*/ 2691555 w 9662615"/>
              <a:gd name="connsiteY86" fmla="*/ 1530283 h 1679987"/>
              <a:gd name="connsiteX87" fmla="*/ 2491676 w 9662615"/>
              <a:gd name="connsiteY87" fmla="*/ 1500859 h 1679987"/>
              <a:gd name="connsiteX88" fmla="*/ 2378036 w 9662615"/>
              <a:gd name="connsiteY88" fmla="*/ 1520645 h 1679987"/>
              <a:gd name="connsiteX89" fmla="*/ 2284269 w 9662615"/>
              <a:gd name="connsiteY89" fmla="*/ 1503068 h 1679987"/>
              <a:gd name="connsiteX90" fmla="*/ 2207104 w 9662615"/>
              <a:gd name="connsiteY90" fmla="*/ 1508888 h 1679987"/>
              <a:gd name="connsiteX91" fmla="*/ 2149226 w 9662615"/>
              <a:gd name="connsiteY91" fmla="*/ 1523409 h 1679987"/>
              <a:gd name="connsiteX92" fmla="*/ 2084783 w 9662615"/>
              <a:gd name="connsiteY92" fmla="*/ 1524245 h 1679987"/>
              <a:gd name="connsiteX93" fmla="*/ 2070075 w 9662615"/>
              <a:gd name="connsiteY93" fmla="*/ 1511285 h 1679987"/>
              <a:gd name="connsiteX94" fmla="*/ 2001057 w 9662615"/>
              <a:gd name="connsiteY94" fmla="*/ 1516449 h 1679987"/>
              <a:gd name="connsiteX95" fmla="*/ 1896330 w 9662615"/>
              <a:gd name="connsiteY95" fmla="*/ 1525725 h 1679987"/>
              <a:gd name="connsiteX96" fmla="*/ 1835994 w 9662615"/>
              <a:gd name="connsiteY96" fmla="*/ 1527678 h 1679987"/>
              <a:gd name="connsiteX97" fmla="*/ 1671119 w 9662615"/>
              <a:gd name="connsiteY97" fmla="*/ 1536701 h 1679987"/>
              <a:gd name="connsiteX98" fmla="*/ 1601337 w 9662615"/>
              <a:gd name="connsiteY98" fmla="*/ 1548552 h 1679987"/>
              <a:gd name="connsiteX99" fmla="*/ 1407755 w 9662615"/>
              <a:gd name="connsiteY99" fmla="*/ 1571444 h 1679987"/>
              <a:gd name="connsiteX100" fmla="*/ 1271994 w 9662615"/>
              <a:gd name="connsiteY100" fmla="*/ 1579471 h 1679987"/>
              <a:gd name="connsiteX101" fmla="*/ 1249226 w 9662615"/>
              <a:gd name="connsiteY101" fmla="*/ 1583140 h 1679987"/>
              <a:gd name="connsiteX102" fmla="*/ 1217719 w 9662615"/>
              <a:gd name="connsiteY102" fmla="*/ 1580863 h 1679987"/>
              <a:gd name="connsiteX103" fmla="*/ 1091432 w 9662615"/>
              <a:gd name="connsiteY103" fmla="*/ 1571003 h 1679987"/>
              <a:gd name="connsiteX104" fmla="*/ 992039 w 9662615"/>
              <a:gd name="connsiteY104" fmla="*/ 1556662 h 1679987"/>
              <a:gd name="connsiteX105" fmla="*/ 868264 w 9662615"/>
              <a:gd name="connsiteY105" fmla="*/ 1566392 h 1679987"/>
              <a:gd name="connsiteX106" fmla="*/ 792765 w 9662615"/>
              <a:gd name="connsiteY106" fmla="*/ 1563102 h 1679987"/>
              <a:gd name="connsiteX107" fmla="*/ 669055 w 9662615"/>
              <a:gd name="connsiteY107" fmla="*/ 1543638 h 1679987"/>
              <a:gd name="connsiteX108" fmla="*/ 506152 w 9662615"/>
              <a:gd name="connsiteY108" fmla="*/ 1549124 h 1679987"/>
              <a:gd name="connsiteX109" fmla="*/ 472797 w 9662615"/>
              <a:gd name="connsiteY109" fmla="*/ 1568904 h 1679987"/>
              <a:gd name="connsiteX110" fmla="*/ 427864 w 9662615"/>
              <a:gd name="connsiteY110" fmla="*/ 1580848 h 1679987"/>
              <a:gd name="connsiteX111" fmla="*/ 408381 w 9662615"/>
              <a:gd name="connsiteY111" fmla="*/ 1552940 h 1679987"/>
              <a:gd name="connsiteX112" fmla="*/ 267163 w 9662615"/>
              <a:gd name="connsiteY112" fmla="*/ 1531913 h 1679987"/>
              <a:gd name="connsiteX113" fmla="*/ 196644 w 9662615"/>
              <a:gd name="connsiteY113" fmla="*/ 1524565 h 1679987"/>
              <a:gd name="connsiteX114" fmla="*/ 86819 w 9662615"/>
              <a:gd name="connsiteY114" fmla="*/ 1519517 h 1679987"/>
              <a:gd name="connsiteX115" fmla="*/ 53369 w 9662615"/>
              <a:gd name="connsiteY115" fmla="*/ 1516853 h 1679987"/>
              <a:gd name="connsiteX116" fmla="*/ 2359 w 9662615"/>
              <a:gd name="connsiteY116" fmla="*/ 1515247 h 1679987"/>
              <a:gd name="connsiteX117" fmla="*/ 0 w 9662615"/>
              <a:gd name="connsiteY117" fmla="*/ 1514932 h 1679987"/>
              <a:gd name="connsiteX118" fmla="*/ 0 w 9662615"/>
              <a:gd name="connsiteY118" fmla="*/ 0 h 1679987"/>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723719"/>
              <a:gd name="connsiteX1" fmla="*/ 9662615 w 9662615"/>
              <a:gd name="connsiteY1" fmla="*/ 0 h 1723719"/>
              <a:gd name="connsiteX2" fmla="*/ 9662615 w 9662615"/>
              <a:gd name="connsiteY2" fmla="*/ 1280346 h 1723719"/>
              <a:gd name="connsiteX3" fmla="*/ 9658420 w 9662615"/>
              <a:gd name="connsiteY3" fmla="*/ 1280106 h 1723719"/>
              <a:gd name="connsiteX4" fmla="*/ 9469546 w 9662615"/>
              <a:gd name="connsiteY4" fmla="*/ 1289837 h 1723719"/>
              <a:gd name="connsiteX5" fmla="*/ 9385895 w 9662615"/>
              <a:gd name="connsiteY5" fmla="*/ 1269203 h 1723719"/>
              <a:gd name="connsiteX6" fmla="*/ 9144767 w 9662615"/>
              <a:gd name="connsiteY6" fmla="*/ 1264120 h 1723719"/>
              <a:gd name="connsiteX7" fmla="*/ 8837252 w 9662615"/>
              <a:gd name="connsiteY7" fmla="*/ 1350515 h 1723719"/>
              <a:gd name="connsiteX8" fmla="*/ 8705466 w 9662615"/>
              <a:gd name="connsiteY8" fmla="*/ 1342419 h 1723719"/>
              <a:gd name="connsiteX9" fmla="*/ 8652221 w 9662615"/>
              <a:gd name="connsiteY9" fmla="*/ 1326906 h 1723719"/>
              <a:gd name="connsiteX10" fmla="*/ 8632312 w 9662615"/>
              <a:gd name="connsiteY10" fmla="*/ 1326025 h 1723719"/>
              <a:gd name="connsiteX11" fmla="*/ 8591582 w 9662615"/>
              <a:gd name="connsiteY11" fmla="*/ 1341666 h 1723719"/>
              <a:gd name="connsiteX12" fmla="*/ 8537336 w 9662615"/>
              <a:gd name="connsiteY12" fmla="*/ 1341684 h 1723719"/>
              <a:gd name="connsiteX13" fmla="*/ 8472508 w 9662615"/>
              <a:gd name="connsiteY13" fmla="*/ 1363109 h 1723719"/>
              <a:gd name="connsiteX14" fmla="*/ 8258477 w 9662615"/>
              <a:gd name="connsiteY14" fmla="*/ 1370666 h 1723719"/>
              <a:gd name="connsiteX15" fmla="*/ 8197961 w 9662615"/>
              <a:gd name="connsiteY15" fmla="*/ 1392804 h 1723719"/>
              <a:gd name="connsiteX16" fmla="*/ 8171196 w 9662615"/>
              <a:gd name="connsiteY16" fmla="*/ 1397216 h 1723719"/>
              <a:gd name="connsiteX17" fmla="*/ 8127667 w 9662615"/>
              <a:gd name="connsiteY17" fmla="*/ 1418254 h 1723719"/>
              <a:gd name="connsiteX18" fmla="*/ 7974579 w 9662615"/>
              <a:gd name="connsiteY18" fmla="*/ 1383439 h 1723719"/>
              <a:gd name="connsiteX19" fmla="*/ 7768351 w 9662615"/>
              <a:gd name="connsiteY19" fmla="*/ 1395051 h 1723719"/>
              <a:gd name="connsiteX20" fmla="*/ 7635985 w 9662615"/>
              <a:gd name="connsiteY20" fmla="*/ 1386363 h 1723719"/>
              <a:gd name="connsiteX21" fmla="*/ 7466069 w 9662615"/>
              <a:gd name="connsiteY21" fmla="*/ 1377654 h 1723719"/>
              <a:gd name="connsiteX22" fmla="*/ 7355642 w 9662615"/>
              <a:gd name="connsiteY22" fmla="*/ 1407761 h 1723719"/>
              <a:gd name="connsiteX23" fmla="*/ 7151610 w 9662615"/>
              <a:gd name="connsiteY23" fmla="*/ 1397856 h 1723719"/>
              <a:gd name="connsiteX24" fmla="*/ 7082147 w 9662615"/>
              <a:gd name="connsiteY24" fmla="*/ 1406113 h 1723719"/>
              <a:gd name="connsiteX25" fmla="*/ 7014958 w 9662615"/>
              <a:gd name="connsiteY25" fmla="*/ 1396883 h 1723719"/>
              <a:gd name="connsiteX26" fmla="*/ 6907567 w 9662615"/>
              <a:gd name="connsiteY26" fmla="*/ 1419149 h 1723719"/>
              <a:gd name="connsiteX27" fmla="*/ 6748428 w 9662615"/>
              <a:gd name="connsiteY27" fmla="*/ 1420308 h 1723719"/>
              <a:gd name="connsiteX28" fmla="*/ 6654257 w 9662615"/>
              <a:gd name="connsiteY28" fmla="*/ 1424143 h 1723719"/>
              <a:gd name="connsiteX29" fmla="*/ 6620123 w 9662615"/>
              <a:gd name="connsiteY29" fmla="*/ 1430535 h 1723719"/>
              <a:gd name="connsiteX30" fmla="*/ 6571355 w 9662615"/>
              <a:gd name="connsiteY30" fmla="*/ 1436144 h 1723719"/>
              <a:gd name="connsiteX31" fmla="*/ 6486557 w 9662615"/>
              <a:gd name="connsiteY31" fmla="*/ 1449861 h 1723719"/>
              <a:gd name="connsiteX32" fmla="*/ 6370419 w 9662615"/>
              <a:gd name="connsiteY32" fmla="*/ 1461649 h 1723719"/>
              <a:gd name="connsiteX33" fmla="*/ 6278839 w 9662615"/>
              <a:gd name="connsiteY33" fmla="*/ 1449160 h 1723719"/>
              <a:gd name="connsiteX34" fmla="*/ 6272455 w 9662615"/>
              <a:gd name="connsiteY34" fmla="*/ 1453191 h 1723719"/>
              <a:gd name="connsiteX35" fmla="*/ 6212659 w 9662615"/>
              <a:gd name="connsiteY35" fmla="*/ 1454850 h 1723719"/>
              <a:gd name="connsiteX36" fmla="*/ 6069317 w 9662615"/>
              <a:gd name="connsiteY36" fmla="*/ 1445838 h 1723719"/>
              <a:gd name="connsiteX37" fmla="*/ 5878477 w 9662615"/>
              <a:gd name="connsiteY37" fmla="*/ 1439180 h 1723719"/>
              <a:gd name="connsiteX38" fmla="*/ 5838387 w 9662615"/>
              <a:gd name="connsiteY38" fmla="*/ 1444679 h 1723719"/>
              <a:gd name="connsiteX39" fmla="*/ 5771136 w 9662615"/>
              <a:gd name="connsiteY39" fmla="*/ 1453639 h 1723719"/>
              <a:gd name="connsiteX40" fmla="*/ 5724081 w 9662615"/>
              <a:gd name="connsiteY40" fmla="*/ 1470431 h 1723719"/>
              <a:gd name="connsiteX41" fmla="*/ 5666577 w 9662615"/>
              <a:gd name="connsiteY41" fmla="*/ 1473921 h 1723719"/>
              <a:gd name="connsiteX42" fmla="*/ 5649068 w 9662615"/>
              <a:gd name="connsiteY42" fmla="*/ 1461676 h 1723719"/>
              <a:gd name="connsiteX43" fmla="*/ 5588902 w 9662615"/>
              <a:gd name="connsiteY43" fmla="*/ 1469647 h 1723719"/>
              <a:gd name="connsiteX44" fmla="*/ 5498090 w 9662615"/>
              <a:gd name="connsiteY44" fmla="*/ 1483173 h 1723719"/>
              <a:gd name="connsiteX45" fmla="*/ 5444641 w 9662615"/>
              <a:gd name="connsiteY45" fmla="*/ 1487602 h 1723719"/>
              <a:gd name="connsiteX46" fmla="*/ 5299812 w 9662615"/>
              <a:gd name="connsiteY46" fmla="*/ 1503362 h 1723719"/>
              <a:gd name="connsiteX47" fmla="*/ 5213947 w 9662615"/>
              <a:gd name="connsiteY47" fmla="*/ 1516637 h 1723719"/>
              <a:gd name="connsiteX48" fmla="*/ 5090342 w 9662615"/>
              <a:gd name="connsiteY48" fmla="*/ 1546680 h 1723719"/>
              <a:gd name="connsiteX49" fmla="*/ 5129812 w 9662615"/>
              <a:gd name="connsiteY49" fmla="*/ 1521277 h 1723719"/>
              <a:gd name="connsiteX50" fmla="*/ 5059484 w 9662615"/>
              <a:gd name="connsiteY50" fmla="*/ 1546802 h 1723719"/>
              <a:gd name="connsiteX51" fmla="*/ 5038524 w 9662615"/>
              <a:gd name="connsiteY51" fmla="*/ 1545675 h 1723719"/>
              <a:gd name="connsiteX52" fmla="*/ 5026564 w 9662615"/>
              <a:gd name="connsiteY52" fmla="*/ 1545376 h 1723719"/>
              <a:gd name="connsiteX53" fmla="*/ 4969433 w 9662615"/>
              <a:gd name="connsiteY53" fmla="*/ 1550865 h 1723719"/>
              <a:gd name="connsiteX54" fmla="*/ 4929254 w 9662615"/>
              <a:gd name="connsiteY54" fmla="*/ 1563452 h 1723719"/>
              <a:gd name="connsiteX55" fmla="*/ 4871726 w 9662615"/>
              <a:gd name="connsiteY55" fmla="*/ 1570584 h 1723719"/>
              <a:gd name="connsiteX56" fmla="*/ 4843267 w 9662615"/>
              <a:gd name="connsiteY56" fmla="*/ 1561459 h 1723719"/>
              <a:gd name="connsiteX57" fmla="*/ 4821058 w 9662615"/>
              <a:gd name="connsiteY57" fmla="*/ 1553078 h 1723719"/>
              <a:gd name="connsiteX58" fmla="*/ 4791466 w 9662615"/>
              <a:gd name="connsiteY58" fmla="*/ 1561324 h 1723719"/>
              <a:gd name="connsiteX59" fmla="*/ 4784247 w 9662615"/>
              <a:gd name="connsiteY59" fmla="*/ 1562342 h 1723719"/>
              <a:gd name="connsiteX60" fmla="*/ 4739309 w 9662615"/>
              <a:gd name="connsiteY60" fmla="*/ 1553948 h 1723719"/>
              <a:gd name="connsiteX61" fmla="*/ 4697562 w 9662615"/>
              <a:gd name="connsiteY61" fmla="*/ 1551206 h 1723719"/>
              <a:gd name="connsiteX62" fmla="*/ 4650737 w 9662615"/>
              <a:gd name="connsiteY62" fmla="*/ 1537381 h 1723719"/>
              <a:gd name="connsiteX63" fmla="*/ 4583150 w 9662615"/>
              <a:gd name="connsiteY63" fmla="*/ 1529064 h 1723719"/>
              <a:gd name="connsiteX64" fmla="*/ 4521734 w 9662615"/>
              <a:gd name="connsiteY64" fmla="*/ 1529359 h 1723719"/>
              <a:gd name="connsiteX65" fmla="*/ 4382398 w 9662615"/>
              <a:gd name="connsiteY65" fmla="*/ 1534108 h 1723719"/>
              <a:gd name="connsiteX66" fmla="*/ 4221826 w 9662615"/>
              <a:gd name="connsiteY66" fmla="*/ 1500972 h 1723719"/>
              <a:gd name="connsiteX67" fmla="*/ 4096601 w 9662615"/>
              <a:gd name="connsiteY67" fmla="*/ 1521563 h 1723719"/>
              <a:gd name="connsiteX68" fmla="*/ 3970635 w 9662615"/>
              <a:gd name="connsiteY68" fmla="*/ 1723719 h 1723719"/>
              <a:gd name="connsiteX69" fmla="*/ 3833906 w 9662615"/>
              <a:gd name="connsiteY69" fmla="*/ 1516637 h 1723719"/>
              <a:gd name="connsiteX70" fmla="*/ 3696258 w 9662615"/>
              <a:gd name="connsiteY70" fmla="*/ 1537563 h 1723719"/>
              <a:gd name="connsiteX71" fmla="*/ 3594070 w 9662615"/>
              <a:gd name="connsiteY71" fmla="*/ 1509422 h 1723719"/>
              <a:gd name="connsiteX72" fmla="*/ 3565233 w 9662615"/>
              <a:gd name="connsiteY72" fmla="*/ 1515122 h 1723719"/>
              <a:gd name="connsiteX73" fmla="*/ 3560267 w 9662615"/>
              <a:gd name="connsiteY73" fmla="*/ 1516288 h 1723719"/>
              <a:gd name="connsiteX74" fmla="*/ 3540258 w 9662615"/>
              <a:gd name="connsiteY74" fmla="*/ 1516976 h 1723719"/>
              <a:gd name="connsiteX75" fmla="*/ 3534780 w 9662615"/>
              <a:gd name="connsiteY75" fmla="*/ 1522141 h 1723719"/>
              <a:gd name="connsiteX76" fmla="*/ 3504783 w 9662615"/>
              <a:gd name="connsiteY76" fmla="*/ 1526739 h 1723719"/>
              <a:gd name="connsiteX77" fmla="*/ 3430805 w 9662615"/>
              <a:gd name="connsiteY77" fmla="*/ 1542521 h 1723719"/>
              <a:gd name="connsiteX78" fmla="*/ 3292707 w 9662615"/>
              <a:gd name="connsiteY78" fmla="*/ 1520490 h 1723719"/>
              <a:gd name="connsiteX79" fmla="*/ 3187872 w 9662615"/>
              <a:gd name="connsiteY79" fmla="*/ 1519991 h 1723719"/>
              <a:gd name="connsiteX80" fmla="*/ 3148026 w 9662615"/>
              <a:gd name="connsiteY80" fmla="*/ 1524777 h 1723719"/>
              <a:gd name="connsiteX81" fmla="*/ 3092394 w 9662615"/>
              <a:gd name="connsiteY81" fmla="*/ 1528115 h 1723719"/>
              <a:gd name="connsiteX82" fmla="*/ 2994200 w 9662615"/>
              <a:gd name="connsiteY82" fmla="*/ 1537857 h 1723719"/>
              <a:gd name="connsiteX83" fmla="*/ 2862301 w 9662615"/>
              <a:gd name="connsiteY83" fmla="*/ 1544250 h 1723719"/>
              <a:gd name="connsiteX84" fmla="*/ 2766335 w 9662615"/>
              <a:gd name="connsiteY84" fmla="*/ 1527662 h 1723719"/>
              <a:gd name="connsiteX85" fmla="*/ 2757836 w 9662615"/>
              <a:gd name="connsiteY85" fmla="*/ 1531371 h 1723719"/>
              <a:gd name="connsiteX86" fmla="*/ 2691555 w 9662615"/>
              <a:gd name="connsiteY86" fmla="*/ 1530283 h 1723719"/>
              <a:gd name="connsiteX87" fmla="*/ 2491676 w 9662615"/>
              <a:gd name="connsiteY87" fmla="*/ 1500859 h 1723719"/>
              <a:gd name="connsiteX88" fmla="*/ 2378036 w 9662615"/>
              <a:gd name="connsiteY88" fmla="*/ 1520645 h 1723719"/>
              <a:gd name="connsiteX89" fmla="*/ 2284269 w 9662615"/>
              <a:gd name="connsiteY89" fmla="*/ 1503068 h 1723719"/>
              <a:gd name="connsiteX90" fmla="*/ 2207104 w 9662615"/>
              <a:gd name="connsiteY90" fmla="*/ 1508888 h 1723719"/>
              <a:gd name="connsiteX91" fmla="*/ 2149226 w 9662615"/>
              <a:gd name="connsiteY91" fmla="*/ 1523409 h 1723719"/>
              <a:gd name="connsiteX92" fmla="*/ 2084783 w 9662615"/>
              <a:gd name="connsiteY92" fmla="*/ 1524245 h 1723719"/>
              <a:gd name="connsiteX93" fmla="*/ 2070075 w 9662615"/>
              <a:gd name="connsiteY93" fmla="*/ 1511285 h 1723719"/>
              <a:gd name="connsiteX94" fmla="*/ 2001057 w 9662615"/>
              <a:gd name="connsiteY94" fmla="*/ 1516449 h 1723719"/>
              <a:gd name="connsiteX95" fmla="*/ 1896330 w 9662615"/>
              <a:gd name="connsiteY95" fmla="*/ 1525725 h 1723719"/>
              <a:gd name="connsiteX96" fmla="*/ 1835994 w 9662615"/>
              <a:gd name="connsiteY96" fmla="*/ 1527678 h 1723719"/>
              <a:gd name="connsiteX97" fmla="*/ 1671119 w 9662615"/>
              <a:gd name="connsiteY97" fmla="*/ 1536701 h 1723719"/>
              <a:gd name="connsiteX98" fmla="*/ 1601337 w 9662615"/>
              <a:gd name="connsiteY98" fmla="*/ 1548552 h 1723719"/>
              <a:gd name="connsiteX99" fmla="*/ 1407755 w 9662615"/>
              <a:gd name="connsiteY99" fmla="*/ 1571444 h 1723719"/>
              <a:gd name="connsiteX100" fmla="*/ 1271994 w 9662615"/>
              <a:gd name="connsiteY100" fmla="*/ 1579471 h 1723719"/>
              <a:gd name="connsiteX101" fmla="*/ 1249226 w 9662615"/>
              <a:gd name="connsiteY101" fmla="*/ 1583140 h 1723719"/>
              <a:gd name="connsiteX102" fmla="*/ 1217719 w 9662615"/>
              <a:gd name="connsiteY102" fmla="*/ 1580863 h 1723719"/>
              <a:gd name="connsiteX103" fmla="*/ 1091432 w 9662615"/>
              <a:gd name="connsiteY103" fmla="*/ 1571003 h 1723719"/>
              <a:gd name="connsiteX104" fmla="*/ 992039 w 9662615"/>
              <a:gd name="connsiteY104" fmla="*/ 1556662 h 1723719"/>
              <a:gd name="connsiteX105" fmla="*/ 868264 w 9662615"/>
              <a:gd name="connsiteY105" fmla="*/ 1566392 h 1723719"/>
              <a:gd name="connsiteX106" fmla="*/ 792765 w 9662615"/>
              <a:gd name="connsiteY106" fmla="*/ 1563102 h 1723719"/>
              <a:gd name="connsiteX107" fmla="*/ 669055 w 9662615"/>
              <a:gd name="connsiteY107" fmla="*/ 1543638 h 1723719"/>
              <a:gd name="connsiteX108" fmla="*/ 506152 w 9662615"/>
              <a:gd name="connsiteY108" fmla="*/ 1549124 h 1723719"/>
              <a:gd name="connsiteX109" fmla="*/ 472797 w 9662615"/>
              <a:gd name="connsiteY109" fmla="*/ 1568904 h 1723719"/>
              <a:gd name="connsiteX110" fmla="*/ 427864 w 9662615"/>
              <a:gd name="connsiteY110" fmla="*/ 1580848 h 1723719"/>
              <a:gd name="connsiteX111" fmla="*/ 408381 w 9662615"/>
              <a:gd name="connsiteY111" fmla="*/ 1552940 h 1723719"/>
              <a:gd name="connsiteX112" fmla="*/ 267163 w 9662615"/>
              <a:gd name="connsiteY112" fmla="*/ 1531913 h 1723719"/>
              <a:gd name="connsiteX113" fmla="*/ 196644 w 9662615"/>
              <a:gd name="connsiteY113" fmla="*/ 1524565 h 1723719"/>
              <a:gd name="connsiteX114" fmla="*/ 86819 w 9662615"/>
              <a:gd name="connsiteY114" fmla="*/ 1519517 h 1723719"/>
              <a:gd name="connsiteX115" fmla="*/ 53369 w 9662615"/>
              <a:gd name="connsiteY115" fmla="*/ 1516853 h 1723719"/>
              <a:gd name="connsiteX116" fmla="*/ 2359 w 9662615"/>
              <a:gd name="connsiteY116" fmla="*/ 1515247 h 1723719"/>
              <a:gd name="connsiteX117" fmla="*/ 0 w 9662615"/>
              <a:gd name="connsiteY117" fmla="*/ 1514932 h 1723719"/>
              <a:gd name="connsiteX118" fmla="*/ 0 w 9662615"/>
              <a:gd name="connsiteY118" fmla="*/ 0 h 1723719"/>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18664 w 9662615"/>
              <a:gd name="connsiteY3" fmla="*/ 1331789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408381 w 9662615"/>
              <a:gd name="connsiteY110" fmla="*/ 1552940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40355 w 9662615"/>
              <a:gd name="connsiteY103" fmla="*/ 1560638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71994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91872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601337 w 9662615"/>
              <a:gd name="connsiteY97" fmla="*/ 1548552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920184 w 9662615"/>
              <a:gd name="connsiteY94" fmla="*/ 1533676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9662615" h="1603018">
                <a:moveTo>
                  <a:pt x="0" y="0"/>
                </a:moveTo>
                <a:lnTo>
                  <a:pt x="9662615" y="0"/>
                </a:lnTo>
                <a:lnTo>
                  <a:pt x="9662615" y="1280346"/>
                </a:lnTo>
                <a:lnTo>
                  <a:pt x="9551077" y="1292033"/>
                </a:lnTo>
                <a:cubicBezTo>
                  <a:pt x="9489925" y="1291588"/>
                  <a:pt x="9543615" y="1296257"/>
                  <a:pt x="9469546" y="1289837"/>
                </a:cubicBezTo>
                <a:cubicBezTo>
                  <a:pt x="9413040" y="1331485"/>
                  <a:pt x="9340031" y="1268376"/>
                  <a:pt x="9326260" y="1277155"/>
                </a:cubicBezTo>
                <a:cubicBezTo>
                  <a:pt x="9234251" y="1284900"/>
                  <a:pt x="9225377" y="1258935"/>
                  <a:pt x="9144767" y="1264120"/>
                </a:cubicBezTo>
                <a:cubicBezTo>
                  <a:pt x="9159115" y="1310075"/>
                  <a:pt x="9066692" y="1304806"/>
                  <a:pt x="8976400" y="1326661"/>
                </a:cubicBezTo>
                <a:cubicBezTo>
                  <a:pt x="8931920" y="1325947"/>
                  <a:pt x="8871807" y="1351060"/>
                  <a:pt x="8828711" y="1346394"/>
                </a:cubicBezTo>
                <a:cubicBezTo>
                  <a:pt x="8809650" y="1326213"/>
                  <a:pt x="8718313" y="1358527"/>
                  <a:pt x="8695953" y="1346784"/>
                </a:cubicBezTo>
                <a:cubicBezTo>
                  <a:pt x="8694290" y="1355317"/>
                  <a:pt x="8661526" y="1349865"/>
                  <a:pt x="8652191" y="1345903"/>
                </a:cubicBezTo>
                <a:cubicBezTo>
                  <a:pt x="8641363" y="1349626"/>
                  <a:pt x="8603292" y="1341304"/>
                  <a:pt x="8591582" y="1341666"/>
                </a:cubicBezTo>
                <a:cubicBezTo>
                  <a:pt x="8568421" y="1323004"/>
                  <a:pt x="8565847" y="1352287"/>
                  <a:pt x="8537336" y="1341684"/>
                </a:cubicBezTo>
                <a:cubicBezTo>
                  <a:pt x="8524809" y="1348019"/>
                  <a:pt x="8445703" y="1377667"/>
                  <a:pt x="8416849" y="1367085"/>
                </a:cubicBezTo>
                <a:cubicBezTo>
                  <a:pt x="8350736" y="1379599"/>
                  <a:pt x="8346589" y="1391624"/>
                  <a:pt x="8278355" y="1386569"/>
                </a:cubicBezTo>
                <a:cubicBezTo>
                  <a:pt x="8268756" y="1398649"/>
                  <a:pt x="8183331" y="1371185"/>
                  <a:pt x="8197961" y="1392804"/>
                </a:cubicBezTo>
                <a:cubicBezTo>
                  <a:pt x="8175189" y="1391748"/>
                  <a:pt x="8158503" y="1383145"/>
                  <a:pt x="8171196" y="1397216"/>
                </a:cubicBezTo>
                <a:cubicBezTo>
                  <a:pt x="8141821" y="1397466"/>
                  <a:pt x="8125626" y="1386947"/>
                  <a:pt x="8087910" y="1386449"/>
                </a:cubicBezTo>
                <a:cubicBezTo>
                  <a:pt x="8029319" y="1362701"/>
                  <a:pt x="8020916" y="1407035"/>
                  <a:pt x="7974579" y="1383439"/>
                </a:cubicBezTo>
                <a:cubicBezTo>
                  <a:pt x="7912074" y="1402493"/>
                  <a:pt x="7841761" y="1389550"/>
                  <a:pt x="7768351" y="1395051"/>
                </a:cubicBezTo>
                <a:cubicBezTo>
                  <a:pt x="7741665" y="1390266"/>
                  <a:pt x="7663663" y="1410813"/>
                  <a:pt x="7635985" y="1386363"/>
                </a:cubicBezTo>
                <a:cubicBezTo>
                  <a:pt x="7646173" y="1415707"/>
                  <a:pt x="7542198" y="1378410"/>
                  <a:pt x="7466069" y="1377654"/>
                </a:cubicBezTo>
                <a:cubicBezTo>
                  <a:pt x="7427626" y="1403818"/>
                  <a:pt x="7337822" y="1398948"/>
                  <a:pt x="7355642" y="1407761"/>
                </a:cubicBezTo>
                <a:cubicBezTo>
                  <a:pt x="7270634" y="1390553"/>
                  <a:pt x="7306340" y="1403822"/>
                  <a:pt x="7215220" y="1397856"/>
                </a:cubicBezTo>
                <a:cubicBezTo>
                  <a:pt x="7175381" y="1421457"/>
                  <a:pt x="7122339" y="1428094"/>
                  <a:pt x="7082147" y="1406113"/>
                </a:cubicBezTo>
                <a:cubicBezTo>
                  <a:pt x="7040624" y="1425217"/>
                  <a:pt x="7029993" y="1391726"/>
                  <a:pt x="6987129" y="1404834"/>
                </a:cubicBezTo>
                <a:cubicBezTo>
                  <a:pt x="6953477" y="1411964"/>
                  <a:pt x="6957479" y="1421694"/>
                  <a:pt x="6907567" y="1419149"/>
                </a:cubicBezTo>
                <a:cubicBezTo>
                  <a:pt x="6863513" y="1408514"/>
                  <a:pt x="6803088" y="1434619"/>
                  <a:pt x="6748428" y="1420308"/>
                </a:cubicBezTo>
                <a:cubicBezTo>
                  <a:pt x="6728317" y="1416860"/>
                  <a:pt x="6666046" y="1417296"/>
                  <a:pt x="6654257" y="1424143"/>
                </a:cubicBezTo>
                <a:cubicBezTo>
                  <a:pt x="6641271" y="1425628"/>
                  <a:pt x="6626125" y="1423202"/>
                  <a:pt x="6620123" y="1430535"/>
                </a:cubicBezTo>
                <a:cubicBezTo>
                  <a:pt x="6610208" y="1439359"/>
                  <a:pt x="6564906" y="1425734"/>
                  <a:pt x="6571355" y="1436144"/>
                </a:cubicBezTo>
                <a:cubicBezTo>
                  <a:pt x="6539188" y="1426808"/>
                  <a:pt x="6513602" y="1445293"/>
                  <a:pt x="6486557" y="1449861"/>
                </a:cubicBezTo>
                <a:cubicBezTo>
                  <a:pt x="6461221" y="1440598"/>
                  <a:pt x="6429457" y="1459319"/>
                  <a:pt x="6370419" y="1461649"/>
                </a:cubicBezTo>
                <a:cubicBezTo>
                  <a:pt x="6342558" y="1450937"/>
                  <a:pt x="6330664" y="1463365"/>
                  <a:pt x="6278839" y="1449160"/>
                </a:cubicBezTo>
                <a:cubicBezTo>
                  <a:pt x="6277206" y="1450621"/>
                  <a:pt x="6275057" y="1451978"/>
                  <a:pt x="6272455" y="1453191"/>
                </a:cubicBezTo>
                <a:cubicBezTo>
                  <a:pt x="6257338" y="1460236"/>
                  <a:pt x="6230567" y="1460979"/>
                  <a:pt x="6212659" y="1454850"/>
                </a:cubicBezTo>
                <a:cubicBezTo>
                  <a:pt x="6130994" y="1436046"/>
                  <a:pt x="6135790" y="1448771"/>
                  <a:pt x="6069317" y="1445838"/>
                </a:cubicBezTo>
                <a:cubicBezTo>
                  <a:pt x="5994738" y="1444791"/>
                  <a:pt x="5975991" y="1456673"/>
                  <a:pt x="5878477" y="1439180"/>
                </a:cubicBezTo>
                <a:cubicBezTo>
                  <a:pt x="5870803" y="1447519"/>
                  <a:pt x="5859206" y="1448153"/>
                  <a:pt x="5838387" y="1444679"/>
                </a:cubicBezTo>
                <a:cubicBezTo>
                  <a:pt x="5802317" y="1444778"/>
                  <a:pt x="5810848" y="1465165"/>
                  <a:pt x="5771136" y="1453639"/>
                </a:cubicBezTo>
                <a:cubicBezTo>
                  <a:pt x="5780732" y="1464484"/>
                  <a:pt x="5704275" y="1459369"/>
                  <a:pt x="5724081" y="1470431"/>
                </a:cubicBezTo>
                <a:cubicBezTo>
                  <a:pt x="5703536" y="1480946"/>
                  <a:pt x="5687323" y="1464719"/>
                  <a:pt x="5666577" y="1473921"/>
                </a:cubicBezTo>
                <a:cubicBezTo>
                  <a:pt x="5640974" y="1476520"/>
                  <a:pt x="5678275" y="1461854"/>
                  <a:pt x="5649068" y="1461676"/>
                </a:cubicBezTo>
                <a:cubicBezTo>
                  <a:pt x="5614218" y="1463443"/>
                  <a:pt x="5608578" y="1443299"/>
                  <a:pt x="5588902" y="1469647"/>
                </a:cubicBezTo>
                <a:cubicBezTo>
                  <a:pt x="5550386" y="1464321"/>
                  <a:pt x="5546573" y="1476049"/>
                  <a:pt x="5498090" y="1483173"/>
                </a:cubicBezTo>
                <a:cubicBezTo>
                  <a:pt x="5475226" y="1477314"/>
                  <a:pt x="5459293" y="1480930"/>
                  <a:pt x="5444641" y="1487602"/>
                </a:cubicBezTo>
                <a:cubicBezTo>
                  <a:pt x="5395328" y="1487320"/>
                  <a:pt x="5353572" y="1498007"/>
                  <a:pt x="5299812" y="1503362"/>
                </a:cubicBezTo>
                <a:cubicBezTo>
                  <a:pt x="5238326" y="1497756"/>
                  <a:pt x="5303225" y="1514963"/>
                  <a:pt x="5245752" y="1520612"/>
                </a:cubicBezTo>
                <a:cubicBezTo>
                  <a:pt x="5190753" y="1507732"/>
                  <a:pt x="5205712" y="1518627"/>
                  <a:pt x="5177807" y="1526802"/>
                </a:cubicBezTo>
                <a:lnTo>
                  <a:pt x="5113910" y="1533205"/>
                </a:lnTo>
                <a:lnTo>
                  <a:pt x="5059484" y="1546802"/>
                </a:lnTo>
                <a:lnTo>
                  <a:pt x="5038524" y="1545675"/>
                </a:lnTo>
                <a:lnTo>
                  <a:pt x="5026564" y="1545376"/>
                </a:lnTo>
                <a:cubicBezTo>
                  <a:pt x="5006873" y="1544046"/>
                  <a:pt x="4987701" y="1552900"/>
                  <a:pt x="4969433" y="1550865"/>
                </a:cubicBezTo>
                <a:cubicBezTo>
                  <a:pt x="4943627" y="1555066"/>
                  <a:pt x="4892754" y="1568818"/>
                  <a:pt x="4871726" y="1570584"/>
                </a:cubicBezTo>
                <a:cubicBezTo>
                  <a:pt x="4863638" y="1570310"/>
                  <a:pt x="4846771" y="1559566"/>
                  <a:pt x="4843267" y="1561459"/>
                </a:cubicBezTo>
                <a:lnTo>
                  <a:pt x="4821058" y="1553078"/>
                </a:lnTo>
                <a:lnTo>
                  <a:pt x="4791466" y="1561324"/>
                </a:lnTo>
                <a:lnTo>
                  <a:pt x="4784247" y="1562342"/>
                </a:lnTo>
                <a:cubicBezTo>
                  <a:pt x="4770593" y="1574121"/>
                  <a:pt x="4776816" y="1558072"/>
                  <a:pt x="4739309" y="1553948"/>
                </a:cubicBezTo>
                <a:cubicBezTo>
                  <a:pt x="4684311" y="1578213"/>
                  <a:pt x="4712803" y="1566697"/>
                  <a:pt x="4697562" y="1551206"/>
                </a:cubicBezTo>
                <a:lnTo>
                  <a:pt x="4650737" y="1537381"/>
                </a:lnTo>
                <a:cubicBezTo>
                  <a:pt x="4628208" y="1530633"/>
                  <a:pt x="4609654" y="1567617"/>
                  <a:pt x="4583150" y="1529064"/>
                </a:cubicBezTo>
                <a:cubicBezTo>
                  <a:pt x="4575879" y="1527088"/>
                  <a:pt x="4527005" y="1532552"/>
                  <a:pt x="4521734" y="1529359"/>
                </a:cubicBezTo>
                <a:cubicBezTo>
                  <a:pt x="4457980" y="1517590"/>
                  <a:pt x="4465052" y="1532003"/>
                  <a:pt x="4382398" y="1534108"/>
                </a:cubicBezTo>
                <a:cubicBezTo>
                  <a:pt x="4347480" y="1506889"/>
                  <a:pt x="4310783" y="1494709"/>
                  <a:pt x="4221826" y="1500972"/>
                </a:cubicBezTo>
                <a:cubicBezTo>
                  <a:pt x="4174471" y="1526598"/>
                  <a:pt x="4136675" y="1542031"/>
                  <a:pt x="4096601" y="1521563"/>
                </a:cubicBezTo>
                <a:cubicBezTo>
                  <a:pt x="4015086" y="1550501"/>
                  <a:pt x="3986123" y="1519347"/>
                  <a:pt x="4002441" y="1528912"/>
                </a:cubicBezTo>
                <a:cubicBezTo>
                  <a:pt x="3967120" y="1539744"/>
                  <a:pt x="3931774" y="1526729"/>
                  <a:pt x="3833906" y="1516637"/>
                </a:cubicBezTo>
                <a:cubicBezTo>
                  <a:pt x="3781438" y="1538249"/>
                  <a:pt x="3822855" y="1526006"/>
                  <a:pt x="3763845" y="1501782"/>
                </a:cubicBezTo>
                <a:cubicBezTo>
                  <a:pt x="3734533" y="1525292"/>
                  <a:pt x="3677359" y="1524487"/>
                  <a:pt x="3673583" y="1501471"/>
                </a:cubicBezTo>
                <a:cubicBezTo>
                  <a:pt x="3663687" y="1502855"/>
                  <a:pt x="3650245" y="1528777"/>
                  <a:pt x="3640771" y="1531025"/>
                </a:cubicBezTo>
                <a:lnTo>
                  <a:pt x="3576170" y="1516288"/>
                </a:lnTo>
                <a:lnTo>
                  <a:pt x="3540258" y="1516976"/>
                </a:lnTo>
                <a:lnTo>
                  <a:pt x="3522853" y="1538044"/>
                </a:lnTo>
                <a:lnTo>
                  <a:pt x="3480929" y="1526739"/>
                </a:lnTo>
                <a:cubicBezTo>
                  <a:pt x="3469671" y="1527693"/>
                  <a:pt x="3444273" y="1543724"/>
                  <a:pt x="3430805" y="1542521"/>
                </a:cubicBezTo>
                <a:cubicBezTo>
                  <a:pt x="3386352" y="1529947"/>
                  <a:pt x="3347457" y="1537200"/>
                  <a:pt x="3292707" y="1520490"/>
                </a:cubicBezTo>
                <a:cubicBezTo>
                  <a:pt x="3271897" y="1516147"/>
                  <a:pt x="3203347" y="1513732"/>
                  <a:pt x="3187872" y="1519991"/>
                </a:cubicBezTo>
                <a:cubicBezTo>
                  <a:pt x="3173062" y="1520872"/>
                  <a:pt x="3157325" y="1517771"/>
                  <a:pt x="3148026" y="1524777"/>
                </a:cubicBezTo>
                <a:cubicBezTo>
                  <a:pt x="3133878" y="1533085"/>
                  <a:pt x="3089156" y="1517485"/>
                  <a:pt x="3092394" y="1528115"/>
                </a:cubicBezTo>
                <a:cubicBezTo>
                  <a:pt x="3060512" y="1517374"/>
                  <a:pt x="3025593" y="1534558"/>
                  <a:pt x="2994200" y="1537857"/>
                </a:cubicBezTo>
                <a:cubicBezTo>
                  <a:pt x="2969798" y="1527501"/>
                  <a:pt x="2927999" y="1544636"/>
                  <a:pt x="2862301" y="1544250"/>
                </a:cubicBezTo>
                <a:cubicBezTo>
                  <a:pt x="2835658" y="1532340"/>
                  <a:pt x="2818008" y="1544135"/>
                  <a:pt x="2766335" y="1527662"/>
                </a:cubicBezTo>
                <a:cubicBezTo>
                  <a:pt x="2764004" y="1529036"/>
                  <a:pt x="2761142" y="1530285"/>
                  <a:pt x="2757836" y="1531371"/>
                </a:cubicBezTo>
                <a:cubicBezTo>
                  <a:pt x="2738633" y="1537675"/>
                  <a:pt x="2708957" y="1537188"/>
                  <a:pt x="2691555" y="1530283"/>
                </a:cubicBezTo>
                <a:cubicBezTo>
                  <a:pt x="2608810" y="1507878"/>
                  <a:pt x="2611304" y="1510787"/>
                  <a:pt x="2539383" y="1504835"/>
                </a:cubicBezTo>
                <a:cubicBezTo>
                  <a:pt x="2457862" y="1500384"/>
                  <a:pt x="2478670" y="1542474"/>
                  <a:pt x="2378036" y="1520645"/>
                </a:cubicBezTo>
                <a:cubicBezTo>
                  <a:pt x="2366529" y="1528574"/>
                  <a:pt x="2341629" y="1515421"/>
                  <a:pt x="2320049" y="1511019"/>
                </a:cubicBezTo>
                <a:cubicBezTo>
                  <a:pt x="2280399" y="1509467"/>
                  <a:pt x="2278267" y="1522148"/>
                  <a:pt x="2238909" y="1508888"/>
                </a:cubicBezTo>
                <a:cubicBezTo>
                  <a:pt x="2245444" y="1520095"/>
                  <a:pt x="2163364" y="1519472"/>
                  <a:pt x="2181031" y="1531361"/>
                </a:cubicBezTo>
                <a:cubicBezTo>
                  <a:pt x="2154585" y="1540861"/>
                  <a:pt x="2138796" y="1516056"/>
                  <a:pt x="2112613" y="1524245"/>
                </a:cubicBezTo>
                <a:cubicBezTo>
                  <a:pt x="2083537" y="1525655"/>
                  <a:pt x="2078233" y="1524725"/>
                  <a:pt x="2046221" y="1523212"/>
                </a:cubicBezTo>
                <a:cubicBezTo>
                  <a:pt x="2007296" y="1523373"/>
                  <a:pt x="2032394" y="1491187"/>
                  <a:pt x="2001057" y="1516449"/>
                </a:cubicBezTo>
                <a:cubicBezTo>
                  <a:pt x="1960724" y="1509398"/>
                  <a:pt x="1976058" y="1528820"/>
                  <a:pt x="1920184" y="1533676"/>
                </a:cubicBezTo>
                <a:cubicBezTo>
                  <a:pt x="1897238" y="1526813"/>
                  <a:pt x="1877505" y="1527174"/>
                  <a:pt x="1835994" y="1527678"/>
                </a:cubicBezTo>
                <a:cubicBezTo>
                  <a:pt x="1794483" y="1528182"/>
                  <a:pt x="1726077" y="1533693"/>
                  <a:pt x="1671119" y="1536701"/>
                </a:cubicBezTo>
                <a:cubicBezTo>
                  <a:pt x="1605663" y="1528324"/>
                  <a:pt x="1630763" y="1553523"/>
                  <a:pt x="1565556" y="1556503"/>
                </a:cubicBezTo>
                <a:cubicBezTo>
                  <a:pt x="1501959" y="1539013"/>
                  <a:pt x="1462468" y="1572800"/>
                  <a:pt x="1407755" y="1571444"/>
                </a:cubicBezTo>
                <a:cubicBezTo>
                  <a:pt x="1319286" y="1555448"/>
                  <a:pt x="1429251" y="1585263"/>
                  <a:pt x="1291872" y="1579471"/>
                </a:cubicBezTo>
                <a:cubicBezTo>
                  <a:pt x="1284192" y="1576816"/>
                  <a:pt x="1243590" y="1599390"/>
                  <a:pt x="1245251" y="1603018"/>
                </a:cubicBezTo>
                <a:cubicBezTo>
                  <a:pt x="1236562" y="1601891"/>
                  <a:pt x="1184091" y="1586977"/>
                  <a:pt x="1181938" y="1592789"/>
                </a:cubicBezTo>
                <a:cubicBezTo>
                  <a:pt x="1138153" y="1593474"/>
                  <a:pt x="1130439" y="1578153"/>
                  <a:pt x="1091432" y="1571003"/>
                </a:cubicBezTo>
                <a:cubicBezTo>
                  <a:pt x="1007000" y="1580980"/>
                  <a:pt x="1001377" y="1557850"/>
                  <a:pt x="940355" y="1560638"/>
                </a:cubicBezTo>
                <a:cubicBezTo>
                  <a:pt x="891367" y="1572083"/>
                  <a:pt x="924846" y="1558773"/>
                  <a:pt x="868264" y="1566392"/>
                </a:cubicBezTo>
                <a:cubicBezTo>
                  <a:pt x="848640" y="1547574"/>
                  <a:pt x="814997" y="1568391"/>
                  <a:pt x="792765" y="1563102"/>
                </a:cubicBezTo>
                <a:cubicBezTo>
                  <a:pt x="758082" y="1585102"/>
                  <a:pt x="689950" y="1563038"/>
                  <a:pt x="653153" y="1563516"/>
                </a:cubicBezTo>
                <a:cubicBezTo>
                  <a:pt x="591300" y="1567692"/>
                  <a:pt x="576686" y="1582565"/>
                  <a:pt x="541933" y="1561051"/>
                </a:cubicBezTo>
                <a:cubicBezTo>
                  <a:pt x="537775" y="1570056"/>
                  <a:pt x="508236" y="1570304"/>
                  <a:pt x="472797" y="1568904"/>
                </a:cubicBezTo>
                <a:cubicBezTo>
                  <a:pt x="458898" y="1573560"/>
                  <a:pt x="425270" y="1567476"/>
                  <a:pt x="396059" y="1560970"/>
                </a:cubicBezTo>
                <a:cubicBezTo>
                  <a:pt x="431016" y="1548467"/>
                  <a:pt x="332180" y="1575204"/>
                  <a:pt x="336819" y="1560892"/>
                </a:cubicBezTo>
                <a:cubicBezTo>
                  <a:pt x="292157" y="1552383"/>
                  <a:pt x="263346" y="1557575"/>
                  <a:pt x="267163" y="1531913"/>
                </a:cubicBezTo>
                <a:cubicBezTo>
                  <a:pt x="253228" y="1516946"/>
                  <a:pt x="198100" y="1540864"/>
                  <a:pt x="196644" y="1524565"/>
                </a:cubicBezTo>
                <a:cubicBezTo>
                  <a:pt x="172602" y="1535342"/>
                  <a:pt x="127394" y="1518578"/>
                  <a:pt x="86819" y="1519517"/>
                </a:cubicBezTo>
                <a:cubicBezTo>
                  <a:pt x="78537" y="1512257"/>
                  <a:pt x="69224" y="1512723"/>
                  <a:pt x="53369" y="1516853"/>
                </a:cubicBezTo>
                <a:cubicBezTo>
                  <a:pt x="37131" y="1517503"/>
                  <a:pt x="19976" y="1516838"/>
                  <a:pt x="2359" y="1515247"/>
                </a:cubicBezTo>
                <a:lnTo>
                  <a:pt x="0" y="1514932"/>
                </a:lnTo>
                <a:lnTo>
                  <a:pt x="0" y="0"/>
                </a:lnTo>
                <a:close/>
              </a:path>
            </a:pathLst>
          </a:custGeom>
          <a:ln>
            <a:noFill/>
          </a:ln>
          <a:effectLst>
            <a:outerShdw blurRad="63500" dist="12700" dir="2700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83" name="Freeform: Shape 3082">
            <a:extLst>
              <a:ext uri="{FF2B5EF4-FFF2-40B4-BE49-F238E27FC236}">
                <a16:creationId xmlns:a16="http://schemas.microsoft.com/office/drawing/2014/main" id="{DB8C0BEF-1AD9-4002-9C03-EBFDBBE57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6538" y="475883"/>
            <a:ext cx="9662615" cy="1750949"/>
          </a:xfrm>
          <a:custGeom>
            <a:avLst/>
            <a:gdLst>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4055448 w 9662615"/>
              <a:gd name="connsiteY72" fmla="*/ 1528913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86537 w 9662615"/>
              <a:gd name="connsiteY72" fmla="*/ 1523612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78036 w 9662615"/>
              <a:gd name="connsiteY92" fmla="*/ 1520645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89320 w 9662615"/>
              <a:gd name="connsiteY68" fmla="*/ 1534660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921303 w 9662615"/>
              <a:gd name="connsiteY56" fmla="*/ 1575379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082104 w 9662615"/>
              <a:gd name="connsiteY49" fmla="*/ 1547781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26564 w 9662615"/>
              <a:gd name="connsiteY53" fmla="*/ 1545376 h 1598136"/>
              <a:gd name="connsiteX54" fmla="*/ 4969433 w 9662615"/>
              <a:gd name="connsiteY54" fmla="*/ 1540263 h 1598136"/>
              <a:gd name="connsiteX55" fmla="*/ 4921303 w 9662615"/>
              <a:gd name="connsiteY55" fmla="*/ 1575379 h 1598136"/>
              <a:gd name="connsiteX56" fmla="*/ 4863775 w 9662615"/>
              <a:gd name="connsiteY56" fmla="*/ 1562633 h 1598136"/>
              <a:gd name="connsiteX57" fmla="*/ 4847242 w 9662615"/>
              <a:gd name="connsiteY57" fmla="*/ 1565435 h 1598136"/>
              <a:gd name="connsiteX58" fmla="*/ 4856839 w 9662615"/>
              <a:gd name="connsiteY58" fmla="*/ 1598136 h 1598136"/>
              <a:gd name="connsiteX59" fmla="*/ 4791466 w 9662615"/>
              <a:gd name="connsiteY59" fmla="*/ 1561324 h 1598136"/>
              <a:gd name="connsiteX60" fmla="*/ 4784247 w 9662615"/>
              <a:gd name="connsiteY60" fmla="*/ 1562342 h 1598136"/>
              <a:gd name="connsiteX61" fmla="*/ 4748477 w 9662615"/>
              <a:gd name="connsiteY61" fmla="*/ 1556925 h 1598136"/>
              <a:gd name="connsiteX62" fmla="*/ 4730033 w 9662615"/>
              <a:gd name="connsiteY62" fmla="*/ 1555274 h 1598136"/>
              <a:gd name="connsiteX63" fmla="*/ 4724747 w 9662615"/>
              <a:gd name="connsiteY63" fmla="*/ 1552439 h 1598136"/>
              <a:gd name="connsiteX64" fmla="*/ 4697562 w 9662615"/>
              <a:gd name="connsiteY64" fmla="*/ 1551206 h 1598136"/>
              <a:gd name="connsiteX65" fmla="*/ 4662664 w 9662615"/>
              <a:gd name="connsiteY65" fmla="*/ 1573162 h 1598136"/>
              <a:gd name="connsiteX66" fmla="*/ 4603028 w 9662615"/>
              <a:gd name="connsiteY66" fmla="*/ 1568821 h 1598136"/>
              <a:gd name="connsiteX67" fmla="*/ 4541612 w 9662615"/>
              <a:gd name="connsiteY67" fmla="*/ 1545262 h 1598136"/>
              <a:gd name="connsiteX68" fmla="*/ 4422155 w 9662615"/>
              <a:gd name="connsiteY68" fmla="*/ 1542059 h 1598136"/>
              <a:gd name="connsiteX69" fmla="*/ 4221826 w 9662615"/>
              <a:gd name="connsiteY69" fmla="*/ 1508923 h 1598136"/>
              <a:gd name="connsiteX70" fmla="*/ 4096601 w 9662615"/>
              <a:gd name="connsiteY70" fmla="*/ 1521563 h 1598136"/>
              <a:gd name="connsiteX71" fmla="*/ 3970635 w 9662615"/>
              <a:gd name="connsiteY71" fmla="*/ 1544815 h 1598136"/>
              <a:gd name="connsiteX72" fmla="*/ 3833906 w 9662615"/>
              <a:gd name="connsiteY72" fmla="*/ 1516637 h 1598136"/>
              <a:gd name="connsiteX73" fmla="*/ 3696258 w 9662615"/>
              <a:gd name="connsiteY73" fmla="*/ 1537563 h 1598136"/>
              <a:gd name="connsiteX74" fmla="*/ 3594070 w 9662615"/>
              <a:gd name="connsiteY74" fmla="*/ 1509422 h 1598136"/>
              <a:gd name="connsiteX75" fmla="*/ 3565233 w 9662615"/>
              <a:gd name="connsiteY75" fmla="*/ 1515122 h 1598136"/>
              <a:gd name="connsiteX76" fmla="*/ 3560267 w 9662615"/>
              <a:gd name="connsiteY76" fmla="*/ 1516288 h 1598136"/>
              <a:gd name="connsiteX77" fmla="*/ 3540258 w 9662615"/>
              <a:gd name="connsiteY77" fmla="*/ 1516976 h 1598136"/>
              <a:gd name="connsiteX78" fmla="*/ 3534780 w 9662615"/>
              <a:gd name="connsiteY78" fmla="*/ 1522141 h 1598136"/>
              <a:gd name="connsiteX79" fmla="*/ 3504783 w 9662615"/>
              <a:gd name="connsiteY79" fmla="*/ 1526739 h 1598136"/>
              <a:gd name="connsiteX80" fmla="*/ 3430805 w 9662615"/>
              <a:gd name="connsiteY80" fmla="*/ 1542521 h 1598136"/>
              <a:gd name="connsiteX81" fmla="*/ 3292707 w 9662615"/>
              <a:gd name="connsiteY81" fmla="*/ 1520490 h 1598136"/>
              <a:gd name="connsiteX82" fmla="*/ 3187872 w 9662615"/>
              <a:gd name="connsiteY82" fmla="*/ 1519991 h 1598136"/>
              <a:gd name="connsiteX83" fmla="*/ 3148026 w 9662615"/>
              <a:gd name="connsiteY83" fmla="*/ 1524777 h 1598136"/>
              <a:gd name="connsiteX84" fmla="*/ 3092394 w 9662615"/>
              <a:gd name="connsiteY84" fmla="*/ 1528115 h 1598136"/>
              <a:gd name="connsiteX85" fmla="*/ 2994200 w 9662615"/>
              <a:gd name="connsiteY85" fmla="*/ 1537857 h 1598136"/>
              <a:gd name="connsiteX86" fmla="*/ 2862301 w 9662615"/>
              <a:gd name="connsiteY86" fmla="*/ 1544250 h 1598136"/>
              <a:gd name="connsiteX87" fmla="*/ 2766335 w 9662615"/>
              <a:gd name="connsiteY87" fmla="*/ 1527662 h 1598136"/>
              <a:gd name="connsiteX88" fmla="*/ 2757836 w 9662615"/>
              <a:gd name="connsiteY88" fmla="*/ 1531371 h 1598136"/>
              <a:gd name="connsiteX89" fmla="*/ 2691555 w 9662615"/>
              <a:gd name="connsiteY89" fmla="*/ 1530283 h 1598136"/>
              <a:gd name="connsiteX90" fmla="*/ 2491676 w 9662615"/>
              <a:gd name="connsiteY90" fmla="*/ 1500859 h 1598136"/>
              <a:gd name="connsiteX91" fmla="*/ 2378036 w 9662615"/>
              <a:gd name="connsiteY91" fmla="*/ 1520645 h 1598136"/>
              <a:gd name="connsiteX92" fmla="*/ 2284269 w 9662615"/>
              <a:gd name="connsiteY92" fmla="*/ 1503068 h 1598136"/>
              <a:gd name="connsiteX93" fmla="*/ 2207104 w 9662615"/>
              <a:gd name="connsiteY93" fmla="*/ 1508888 h 1598136"/>
              <a:gd name="connsiteX94" fmla="*/ 2149226 w 9662615"/>
              <a:gd name="connsiteY94" fmla="*/ 1523409 h 1598136"/>
              <a:gd name="connsiteX95" fmla="*/ 2084783 w 9662615"/>
              <a:gd name="connsiteY95" fmla="*/ 1524245 h 1598136"/>
              <a:gd name="connsiteX96" fmla="*/ 2070075 w 9662615"/>
              <a:gd name="connsiteY96" fmla="*/ 1511285 h 1598136"/>
              <a:gd name="connsiteX97" fmla="*/ 2001057 w 9662615"/>
              <a:gd name="connsiteY97" fmla="*/ 1516449 h 1598136"/>
              <a:gd name="connsiteX98" fmla="*/ 1896330 w 9662615"/>
              <a:gd name="connsiteY98" fmla="*/ 1525725 h 1598136"/>
              <a:gd name="connsiteX99" fmla="*/ 1835994 w 9662615"/>
              <a:gd name="connsiteY99" fmla="*/ 1527678 h 1598136"/>
              <a:gd name="connsiteX100" fmla="*/ 1671119 w 9662615"/>
              <a:gd name="connsiteY100" fmla="*/ 1536701 h 1598136"/>
              <a:gd name="connsiteX101" fmla="*/ 1601337 w 9662615"/>
              <a:gd name="connsiteY101" fmla="*/ 1548552 h 1598136"/>
              <a:gd name="connsiteX102" fmla="*/ 1407755 w 9662615"/>
              <a:gd name="connsiteY102" fmla="*/ 1571444 h 1598136"/>
              <a:gd name="connsiteX103" fmla="*/ 1271994 w 9662615"/>
              <a:gd name="connsiteY103" fmla="*/ 1579471 h 1598136"/>
              <a:gd name="connsiteX104" fmla="*/ 1249226 w 9662615"/>
              <a:gd name="connsiteY104" fmla="*/ 1583140 h 1598136"/>
              <a:gd name="connsiteX105" fmla="*/ 1217719 w 9662615"/>
              <a:gd name="connsiteY105" fmla="*/ 1580863 h 1598136"/>
              <a:gd name="connsiteX106" fmla="*/ 1091432 w 9662615"/>
              <a:gd name="connsiteY106" fmla="*/ 1571003 h 1598136"/>
              <a:gd name="connsiteX107" fmla="*/ 992039 w 9662615"/>
              <a:gd name="connsiteY107" fmla="*/ 1556662 h 1598136"/>
              <a:gd name="connsiteX108" fmla="*/ 868264 w 9662615"/>
              <a:gd name="connsiteY108" fmla="*/ 1566392 h 1598136"/>
              <a:gd name="connsiteX109" fmla="*/ 792765 w 9662615"/>
              <a:gd name="connsiteY109" fmla="*/ 1563102 h 1598136"/>
              <a:gd name="connsiteX110" fmla="*/ 669055 w 9662615"/>
              <a:gd name="connsiteY110" fmla="*/ 1543638 h 1598136"/>
              <a:gd name="connsiteX111" fmla="*/ 506152 w 9662615"/>
              <a:gd name="connsiteY111" fmla="*/ 1549124 h 1598136"/>
              <a:gd name="connsiteX112" fmla="*/ 472797 w 9662615"/>
              <a:gd name="connsiteY112" fmla="*/ 1568904 h 1598136"/>
              <a:gd name="connsiteX113" fmla="*/ 427864 w 9662615"/>
              <a:gd name="connsiteY113" fmla="*/ 1580848 h 1598136"/>
              <a:gd name="connsiteX114" fmla="*/ 408381 w 9662615"/>
              <a:gd name="connsiteY114" fmla="*/ 1552940 h 1598136"/>
              <a:gd name="connsiteX115" fmla="*/ 267163 w 9662615"/>
              <a:gd name="connsiteY115" fmla="*/ 1531913 h 1598136"/>
              <a:gd name="connsiteX116" fmla="*/ 196644 w 9662615"/>
              <a:gd name="connsiteY116" fmla="*/ 1524565 h 1598136"/>
              <a:gd name="connsiteX117" fmla="*/ 86819 w 9662615"/>
              <a:gd name="connsiteY117" fmla="*/ 1519517 h 1598136"/>
              <a:gd name="connsiteX118" fmla="*/ 53369 w 9662615"/>
              <a:gd name="connsiteY118" fmla="*/ 1516853 h 1598136"/>
              <a:gd name="connsiteX119" fmla="*/ 2359 w 9662615"/>
              <a:gd name="connsiteY119" fmla="*/ 1515247 h 1598136"/>
              <a:gd name="connsiteX120" fmla="*/ 0 w 9662615"/>
              <a:gd name="connsiteY120" fmla="*/ 1514932 h 1598136"/>
              <a:gd name="connsiteX121" fmla="*/ 0 w 9662615"/>
              <a:gd name="connsiteY121"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40263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50865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724747 w 9662615"/>
              <a:gd name="connsiteY62" fmla="*/ 1552439 h 1592835"/>
              <a:gd name="connsiteX63" fmla="*/ 4697562 w 9662615"/>
              <a:gd name="connsiteY63" fmla="*/ 1551206 h 1592835"/>
              <a:gd name="connsiteX64" fmla="*/ 4662664 w 9662615"/>
              <a:gd name="connsiteY64" fmla="*/ 1573162 h 1592835"/>
              <a:gd name="connsiteX65" fmla="*/ 4603028 w 9662615"/>
              <a:gd name="connsiteY65" fmla="*/ 1568821 h 1592835"/>
              <a:gd name="connsiteX66" fmla="*/ 4541612 w 9662615"/>
              <a:gd name="connsiteY66" fmla="*/ 1545262 h 1592835"/>
              <a:gd name="connsiteX67" fmla="*/ 4422155 w 9662615"/>
              <a:gd name="connsiteY67" fmla="*/ 1542059 h 1592835"/>
              <a:gd name="connsiteX68" fmla="*/ 4221826 w 9662615"/>
              <a:gd name="connsiteY68" fmla="*/ 1508923 h 1592835"/>
              <a:gd name="connsiteX69" fmla="*/ 4096601 w 9662615"/>
              <a:gd name="connsiteY69" fmla="*/ 1521563 h 1592835"/>
              <a:gd name="connsiteX70" fmla="*/ 3970635 w 9662615"/>
              <a:gd name="connsiteY70" fmla="*/ 1544815 h 1592835"/>
              <a:gd name="connsiteX71" fmla="*/ 3833906 w 9662615"/>
              <a:gd name="connsiteY71" fmla="*/ 1516637 h 1592835"/>
              <a:gd name="connsiteX72" fmla="*/ 3696258 w 9662615"/>
              <a:gd name="connsiteY72" fmla="*/ 1537563 h 1592835"/>
              <a:gd name="connsiteX73" fmla="*/ 3594070 w 9662615"/>
              <a:gd name="connsiteY73" fmla="*/ 1509422 h 1592835"/>
              <a:gd name="connsiteX74" fmla="*/ 3565233 w 9662615"/>
              <a:gd name="connsiteY74" fmla="*/ 1515122 h 1592835"/>
              <a:gd name="connsiteX75" fmla="*/ 3560267 w 9662615"/>
              <a:gd name="connsiteY75" fmla="*/ 1516288 h 1592835"/>
              <a:gd name="connsiteX76" fmla="*/ 3540258 w 9662615"/>
              <a:gd name="connsiteY76" fmla="*/ 1516976 h 1592835"/>
              <a:gd name="connsiteX77" fmla="*/ 3534780 w 9662615"/>
              <a:gd name="connsiteY77" fmla="*/ 1522141 h 1592835"/>
              <a:gd name="connsiteX78" fmla="*/ 3504783 w 9662615"/>
              <a:gd name="connsiteY78" fmla="*/ 1526739 h 1592835"/>
              <a:gd name="connsiteX79" fmla="*/ 3430805 w 9662615"/>
              <a:gd name="connsiteY79" fmla="*/ 1542521 h 1592835"/>
              <a:gd name="connsiteX80" fmla="*/ 3292707 w 9662615"/>
              <a:gd name="connsiteY80" fmla="*/ 1520490 h 1592835"/>
              <a:gd name="connsiteX81" fmla="*/ 3187872 w 9662615"/>
              <a:gd name="connsiteY81" fmla="*/ 1519991 h 1592835"/>
              <a:gd name="connsiteX82" fmla="*/ 3148026 w 9662615"/>
              <a:gd name="connsiteY82" fmla="*/ 1524777 h 1592835"/>
              <a:gd name="connsiteX83" fmla="*/ 3092394 w 9662615"/>
              <a:gd name="connsiteY83" fmla="*/ 1528115 h 1592835"/>
              <a:gd name="connsiteX84" fmla="*/ 2994200 w 9662615"/>
              <a:gd name="connsiteY84" fmla="*/ 1537857 h 1592835"/>
              <a:gd name="connsiteX85" fmla="*/ 2862301 w 9662615"/>
              <a:gd name="connsiteY85" fmla="*/ 1544250 h 1592835"/>
              <a:gd name="connsiteX86" fmla="*/ 2766335 w 9662615"/>
              <a:gd name="connsiteY86" fmla="*/ 1527662 h 1592835"/>
              <a:gd name="connsiteX87" fmla="*/ 2757836 w 9662615"/>
              <a:gd name="connsiteY87" fmla="*/ 1531371 h 1592835"/>
              <a:gd name="connsiteX88" fmla="*/ 2691555 w 9662615"/>
              <a:gd name="connsiteY88" fmla="*/ 1530283 h 1592835"/>
              <a:gd name="connsiteX89" fmla="*/ 2491676 w 9662615"/>
              <a:gd name="connsiteY89" fmla="*/ 1500859 h 1592835"/>
              <a:gd name="connsiteX90" fmla="*/ 2378036 w 9662615"/>
              <a:gd name="connsiteY90" fmla="*/ 1520645 h 1592835"/>
              <a:gd name="connsiteX91" fmla="*/ 2284269 w 9662615"/>
              <a:gd name="connsiteY91" fmla="*/ 1503068 h 1592835"/>
              <a:gd name="connsiteX92" fmla="*/ 2207104 w 9662615"/>
              <a:gd name="connsiteY92" fmla="*/ 1508888 h 1592835"/>
              <a:gd name="connsiteX93" fmla="*/ 2149226 w 9662615"/>
              <a:gd name="connsiteY93" fmla="*/ 1523409 h 1592835"/>
              <a:gd name="connsiteX94" fmla="*/ 2084783 w 9662615"/>
              <a:gd name="connsiteY94" fmla="*/ 1524245 h 1592835"/>
              <a:gd name="connsiteX95" fmla="*/ 2070075 w 9662615"/>
              <a:gd name="connsiteY95" fmla="*/ 1511285 h 1592835"/>
              <a:gd name="connsiteX96" fmla="*/ 2001057 w 9662615"/>
              <a:gd name="connsiteY96" fmla="*/ 1516449 h 1592835"/>
              <a:gd name="connsiteX97" fmla="*/ 1896330 w 9662615"/>
              <a:gd name="connsiteY97" fmla="*/ 1525725 h 1592835"/>
              <a:gd name="connsiteX98" fmla="*/ 1835994 w 9662615"/>
              <a:gd name="connsiteY98" fmla="*/ 1527678 h 1592835"/>
              <a:gd name="connsiteX99" fmla="*/ 1671119 w 9662615"/>
              <a:gd name="connsiteY99" fmla="*/ 1536701 h 1592835"/>
              <a:gd name="connsiteX100" fmla="*/ 1601337 w 9662615"/>
              <a:gd name="connsiteY100" fmla="*/ 1548552 h 1592835"/>
              <a:gd name="connsiteX101" fmla="*/ 1407755 w 9662615"/>
              <a:gd name="connsiteY101" fmla="*/ 1571444 h 1592835"/>
              <a:gd name="connsiteX102" fmla="*/ 1271994 w 9662615"/>
              <a:gd name="connsiteY102" fmla="*/ 1579471 h 1592835"/>
              <a:gd name="connsiteX103" fmla="*/ 1249226 w 9662615"/>
              <a:gd name="connsiteY103" fmla="*/ 1583140 h 1592835"/>
              <a:gd name="connsiteX104" fmla="*/ 1217719 w 9662615"/>
              <a:gd name="connsiteY104" fmla="*/ 1580863 h 1592835"/>
              <a:gd name="connsiteX105" fmla="*/ 1091432 w 9662615"/>
              <a:gd name="connsiteY105" fmla="*/ 1571003 h 1592835"/>
              <a:gd name="connsiteX106" fmla="*/ 992039 w 9662615"/>
              <a:gd name="connsiteY106" fmla="*/ 1556662 h 1592835"/>
              <a:gd name="connsiteX107" fmla="*/ 868264 w 9662615"/>
              <a:gd name="connsiteY107" fmla="*/ 1566392 h 1592835"/>
              <a:gd name="connsiteX108" fmla="*/ 792765 w 9662615"/>
              <a:gd name="connsiteY108" fmla="*/ 1563102 h 1592835"/>
              <a:gd name="connsiteX109" fmla="*/ 669055 w 9662615"/>
              <a:gd name="connsiteY109" fmla="*/ 1543638 h 1592835"/>
              <a:gd name="connsiteX110" fmla="*/ 506152 w 9662615"/>
              <a:gd name="connsiteY110" fmla="*/ 1549124 h 1592835"/>
              <a:gd name="connsiteX111" fmla="*/ 472797 w 9662615"/>
              <a:gd name="connsiteY111" fmla="*/ 1568904 h 1592835"/>
              <a:gd name="connsiteX112" fmla="*/ 427864 w 9662615"/>
              <a:gd name="connsiteY112" fmla="*/ 1580848 h 1592835"/>
              <a:gd name="connsiteX113" fmla="*/ 408381 w 9662615"/>
              <a:gd name="connsiteY113" fmla="*/ 1552940 h 1592835"/>
              <a:gd name="connsiteX114" fmla="*/ 267163 w 9662615"/>
              <a:gd name="connsiteY114" fmla="*/ 1531913 h 1592835"/>
              <a:gd name="connsiteX115" fmla="*/ 196644 w 9662615"/>
              <a:gd name="connsiteY115" fmla="*/ 1524565 h 1592835"/>
              <a:gd name="connsiteX116" fmla="*/ 86819 w 9662615"/>
              <a:gd name="connsiteY116" fmla="*/ 1519517 h 1592835"/>
              <a:gd name="connsiteX117" fmla="*/ 53369 w 9662615"/>
              <a:gd name="connsiteY117" fmla="*/ 1516853 h 1592835"/>
              <a:gd name="connsiteX118" fmla="*/ 2359 w 9662615"/>
              <a:gd name="connsiteY118" fmla="*/ 1515247 h 1592835"/>
              <a:gd name="connsiteX119" fmla="*/ 0 w 9662615"/>
              <a:gd name="connsiteY119" fmla="*/ 1514932 h 1592835"/>
              <a:gd name="connsiteX120" fmla="*/ 0 w 9662615"/>
              <a:gd name="connsiteY120"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697562 w 9662615"/>
              <a:gd name="connsiteY62" fmla="*/ 1551206 h 1592835"/>
              <a:gd name="connsiteX63" fmla="*/ 4662664 w 9662615"/>
              <a:gd name="connsiteY63" fmla="*/ 1573162 h 1592835"/>
              <a:gd name="connsiteX64" fmla="*/ 4603028 w 9662615"/>
              <a:gd name="connsiteY64" fmla="*/ 1568821 h 1592835"/>
              <a:gd name="connsiteX65" fmla="*/ 4541612 w 9662615"/>
              <a:gd name="connsiteY65" fmla="*/ 1545262 h 1592835"/>
              <a:gd name="connsiteX66" fmla="*/ 4422155 w 9662615"/>
              <a:gd name="connsiteY66" fmla="*/ 1542059 h 1592835"/>
              <a:gd name="connsiteX67" fmla="*/ 4221826 w 9662615"/>
              <a:gd name="connsiteY67" fmla="*/ 1508923 h 1592835"/>
              <a:gd name="connsiteX68" fmla="*/ 4096601 w 9662615"/>
              <a:gd name="connsiteY68" fmla="*/ 1521563 h 1592835"/>
              <a:gd name="connsiteX69" fmla="*/ 3970635 w 9662615"/>
              <a:gd name="connsiteY69" fmla="*/ 1544815 h 1592835"/>
              <a:gd name="connsiteX70" fmla="*/ 3833906 w 9662615"/>
              <a:gd name="connsiteY70" fmla="*/ 1516637 h 1592835"/>
              <a:gd name="connsiteX71" fmla="*/ 3696258 w 9662615"/>
              <a:gd name="connsiteY71" fmla="*/ 1537563 h 1592835"/>
              <a:gd name="connsiteX72" fmla="*/ 3594070 w 9662615"/>
              <a:gd name="connsiteY72" fmla="*/ 1509422 h 1592835"/>
              <a:gd name="connsiteX73" fmla="*/ 3565233 w 9662615"/>
              <a:gd name="connsiteY73" fmla="*/ 1515122 h 1592835"/>
              <a:gd name="connsiteX74" fmla="*/ 3560267 w 9662615"/>
              <a:gd name="connsiteY74" fmla="*/ 1516288 h 1592835"/>
              <a:gd name="connsiteX75" fmla="*/ 3540258 w 9662615"/>
              <a:gd name="connsiteY75" fmla="*/ 1516976 h 1592835"/>
              <a:gd name="connsiteX76" fmla="*/ 3534780 w 9662615"/>
              <a:gd name="connsiteY76" fmla="*/ 1522141 h 1592835"/>
              <a:gd name="connsiteX77" fmla="*/ 3504783 w 9662615"/>
              <a:gd name="connsiteY77" fmla="*/ 1526739 h 1592835"/>
              <a:gd name="connsiteX78" fmla="*/ 3430805 w 9662615"/>
              <a:gd name="connsiteY78" fmla="*/ 1542521 h 1592835"/>
              <a:gd name="connsiteX79" fmla="*/ 3292707 w 9662615"/>
              <a:gd name="connsiteY79" fmla="*/ 1520490 h 1592835"/>
              <a:gd name="connsiteX80" fmla="*/ 3187872 w 9662615"/>
              <a:gd name="connsiteY80" fmla="*/ 1519991 h 1592835"/>
              <a:gd name="connsiteX81" fmla="*/ 3148026 w 9662615"/>
              <a:gd name="connsiteY81" fmla="*/ 1524777 h 1592835"/>
              <a:gd name="connsiteX82" fmla="*/ 3092394 w 9662615"/>
              <a:gd name="connsiteY82" fmla="*/ 1528115 h 1592835"/>
              <a:gd name="connsiteX83" fmla="*/ 2994200 w 9662615"/>
              <a:gd name="connsiteY83" fmla="*/ 1537857 h 1592835"/>
              <a:gd name="connsiteX84" fmla="*/ 2862301 w 9662615"/>
              <a:gd name="connsiteY84" fmla="*/ 1544250 h 1592835"/>
              <a:gd name="connsiteX85" fmla="*/ 2766335 w 9662615"/>
              <a:gd name="connsiteY85" fmla="*/ 1527662 h 1592835"/>
              <a:gd name="connsiteX86" fmla="*/ 2757836 w 9662615"/>
              <a:gd name="connsiteY86" fmla="*/ 1531371 h 1592835"/>
              <a:gd name="connsiteX87" fmla="*/ 2691555 w 9662615"/>
              <a:gd name="connsiteY87" fmla="*/ 1530283 h 1592835"/>
              <a:gd name="connsiteX88" fmla="*/ 2491676 w 9662615"/>
              <a:gd name="connsiteY88" fmla="*/ 1500859 h 1592835"/>
              <a:gd name="connsiteX89" fmla="*/ 2378036 w 9662615"/>
              <a:gd name="connsiteY89" fmla="*/ 1520645 h 1592835"/>
              <a:gd name="connsiteX90" fmla="*/ 2284269 w 9662615"/>
              <a:gd name="connsiteY90" fmla="*/ 1503068 h 1592835"/>
              <a:gd name="connsiteX91" fmla="*/ 2207104 w 9662615"/>
              <a:gd name="connsiteY91" fmla="*/ 1508888 h 1592835"/>
              <a:gd name="connsiteX92" fmla="*/ 2149226 w 9662615"/>
              <a:gd name="connsiteY92" fmla="*/ 1523409 h 1592835"/>
              <a:gd name="connsiteX93" fmla="*/ 2084783 w 9662615"/>
              <a:gd name="connsiteY93" fmla="*/ 1524245 h 1592835"/>
              <a:gd name="connsiteX94" fmla="*/ 2070075 w 9662615"/>
              <a:gd name="connsiteY94" fmla="*/ 1511285 h 1592835"/>
              <a:gd name="connsiteX95" fmla="*/ 2001057 w 9662615"/>
              <a:gd name="connsiteY95" fmla="*/ 1516449 h 1592835"/>
              <a:gd name="connsiteX96" fmla="*/ 1896330 w 9662615"/>
              <a:gd name="connsiteY96" fmla="*/ 1525725 h 1592835"/>
              <a:gd name="connsiteX97" fmla="*/ 1835994 w 9662615"/>
              <a:gd name="connsiteY97" fmla="*/ 1527678 h 1592835"/>
              <a:gd name="connsiteX98" fmla="*/ 1671119 w 9662615"/>
              <a:gd name="connsiteY98" fmla="*/ 1536701 h 1592835"/>
              <a:gd name="connsiteX99" fmla="*/ 1601337 w 9662615"/>
              <a:gd name="connsiteY99" fmla="*/ 1548552 h 1592835"/>
              <a:gd name="connsiteX100" fmla="*/ 1407755 w 9662615"/>
              <a:gd name="connsiteY100" fmla="*/ 1571444 h 1592835"/>
              <a:gd name="connsiteX101" fmla="*/ 1271994 w 9662615"/>
              <a:gd name="connsiteY101" fmla="*/ 1579471 h 1592835"/>
              <a:gd name="connsiteX102" fmla="*/ 1249226 w 9662615"/>
              <a:gd name="connsiteY102" fmla="*/ 1583140 h 1592835"/>
              <a:gd name="connsiteX103" fmla="*/ 1217719 w 9662615"/>
              <a:gd name="connsiteY103" fmla="*/ 1580863 h 1592835"/>
              <a:gd name="connsiteX104" fmla="*/ 1091432 w 9662615"/>
              <a:gd name="connsiteY104" fmla="*/ 1571003 h 1592835"/>
              <a:gd name="connsiteX105" fmla="*/ 992039 w 9662615"/>
              <a:gd name="connsiteY105" fmla="*/ 1556662 h 1592835"/>
              <a:gd name="connsiteX106" fmla="*/ 868264 w 9662615"/>
              <a:gd name="connsiteY106" fmla="*/ 1566392 h 1592835"/>
              <a:gd name="connsiteX107" fmla="*/ 792765 w 9662615"/>
              <a:gd name="connsiteY107" fmla="*/ 1563102 h 1592835"/>
              <a:gd name="connsiteX108" fmla="*/ 669055 w 9662615"/>
              <a:gd name="connsiteY108" fmla="*/ 1543638 h 1592835"/>
              <a:gd name="connsiteX109" fmla="*/ 506152 w 9662615"/>
              <a:gd name="connsiteY109" fmla="*/ 1549124 h 1592835"/>
              <a:gd name="connsiteX110" fmla="*/ 472797 w 9662615"/>
              <a:gd name="connsiteY110" fmla="*/ 1568904 h 1592835"/>
              <a:gd name="connsiteX111" fmla="*/ 427864 w 9662615"/>
              <a:gd name="connsiteY111" fmla="*/ 1580848 h 1592835"/>
              <a:gd name="connsiteX112" fmla="*/ 408381 w 9662615"/>
              <a:gd name="connsiteY112" fmla="*/ 1552940 h 1592835"/>
              <a:gd name="connsiteX113" fmla="*/ 267163 w 9662615"/>
              <a:gd name="connsiteY113" fmla="*/ 1531913 h 1592835"/>
              <a:gd name="connsiteX114" fmla="*/ 196644 w 9662615"/>
              <a:gd name="connsiteY114" fmla="*/ 1524565 h 1592835"/>
              <a:gd name="connsiteX115" fmla="*/ 86819 w 9662615"/>
              <a:gd name="connsiteY115" fmla="*/ 1519517 h 1592835"/>
              <a:gd name="connsiteX116" fmla="*/ 53369 w 9662615"/>
              <a:gd name="connsiteY116" fmla="*/ 1516853 h 1592835"/>
              <a:gd name="connsiteX117" fmla="*/ 2359 w 9662615"/>
              <a:gd name="connsiteY117" fmla="*/ 1515247 h 1592835"/>
              <a:gd name="connsiteX118" fmla="*/ 0 w 9662615"/>
              <a:gd name="connsiteY118" fmla="*/ 1514932 h 1592835"/>
              <a:gd name="connsiteX119" fmla="*/ 0 w 9662615"/>
              <a:gd name="connsiteY119"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0033 w 9662615"/>
              <a:gd name="connsiteY60" fmla="*/ 1555274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5334 w 9662615"/>
              <a:gd name="connsiteY60" fmla="*/ 1581778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565435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21094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21094"/>
              <a:gd name="connsiteX1" fmla="*/ 9662615 w 9662615"/>
              <a:gd name="connsiteY1" fmla="*/ 0 h 1621094"/>
              <a:gd name="connsiteX2" fmla="*/ 9662615 w 9662615"/>
              <a:gd name="connsiteY2" fmla="*/ 1280346 h 1621094"/>
              <a:gd name="connsiteX3" fmla="*/ 9658420 w 9662615"/>
              <a:gd name="connsiteY3" fmla="*/ 1280106 h 1621094"/>
              <a:gd name="connsiteX4" fmla="*/ 9469546 w 9662615"/>
              <a:gd name="connsiteY4" fmla="*/ 1289837 h 1621094"/>
              <a:gd name="connsiteX5" fmla="*/ 9385895 w 9662615"/>
              <a:gd name="connsiteY5" fmla="*/ 1269203 h 1621094"/>
              <a:gd name="connsiteX6" fmla="*/ 9144767 w 9662615"/>
              <a:gd name="connsiteY6" fmla="*/ 1264120 h 1621094"/>
              <a:gd name="connsiteX7" fmla="*/ 8837252 w 9662615"/>
              <a:gd name="connsiteY7" fmla="*/ 1350515 h 1621094"/>
              <a:gd name="connsiteX8" fmla="*/ 8705466 w 9662615"/>
              <a:gd name="connsiteY8" fmla="*/ 1342419 h 1621094"/>
              <a:gd name="connsiteX9" fmla="*/ 8652221 w 9662615"/>
              <a:gd name="connsiteY9" fmla="*/ 1326906 h 1621094"/>
              <a:gd name="connsiteX10" fmla="*/ 8632312 w 9662615"/>
              <a:gd name="connsiteY10" fmla="*/ 1326025 h 1621094"/>
              <a:gd name="connsiteX11" fmla="*/ 8591582 w 9662615"/>
              <a:gd name="connsiteY11" fmla="*/ 1341666 h 1621094"/>
              <a:gd name="connsiteX12" fmla="*/ 8537336 w 9662615"/>
              <a:gd name="connsiteY12" fmla="*/ 1341684 h 1621094"/>
              <a:gd name="connsiteX13" fmla="*/ 8472508 w 9662615"/>
              <a:gd name="connsiteY13" fmla="*/ 1363109 h 1621094"/>
              <a:gd name="connsiteX14" fmla="*/ 8258477 w 9662615"/>
              <a:gd name="connsiteY14" fmla="*/ 1370666 h 1621094"/>
              <a:gd name="connsiteX15" fmla="*/ 8197961 w 9662615"/>
              <a:gd name="connsiteY15" fmla="*/ 1392804 h 1621094"/>
              <a:gd name="connsiteX16" fmla="*/ 8171196 w 9662615"/>
              <a:gd name="connsiteY16" fmla="*/ 1397216 h 1621094"/>
              <a:gd name="connsiteX17" fmla="*/ 8127667 w 9662615"/>
              <a:gd name="connsiteY17" fmla="*/ 1418254 h 1621094"/>
              <a:gd name="connsiteX18" fmla="*/ 7974579 w 9662615"/>
              <a:gd name="connsiteY18" fmla="*/ 1383439 h 1621094"/>
              <a:gd name="connsiteX19" fmla="*/ 7768351 w 9662615"/>
              <a:gd name="connsiteY19" fmla="*/ 1395051 h 1621094"/>
              <a:gd name="connsiteX20" fmla="*/ 7635985 w 9662615"/>
              <a:gd name="connsiteY20" fmla="*/ 1386363 h 1621094"/>
              <a:gd name="connsiteX21" fmla="*/ 7466069 w 9662615"/>
              <a:gd name="connsiteY21" fmla="*/ 1377654 h 1621094"/>
              <a:gd name="connsiteX22" fmla="*/ 7355642 w 9662615"/>
              <a:gd name="connsiteY22" fmla="*/ 1407761 h 1621094"/>
              <a:gd name="connsiteX23" fmla="*/ 7151610 w 9662615"/>
              <a:gd name="connsiteY23" fmla="*/ 1397856 h 1621094"/>
              <a:gd name="connsiteX24" fmla="*/ 7082147 w 9662615"/>
              <a:gd name="connsiteY24" fmla="*/ 1406113 h 1621094"/>
              <a:gd name="connsiteX25" fmla="*/ 7014958 w 9662615"/>
              <a:gd name="connsiteY25" fmla="*/ 1396883 h 1621094"/>
              <a:gd name="connsiteX26" fmla="*/ 6907567 w 9662615"/>
              <a:gd name="connsiteY26" fmla="*/ 1419149 h 1621094"/>
              <a:gd name="connsiteX27" fmla="*/ 6748428 w 9662615"/>
              <a:gd name="connsiteY27" fmla="*/ 1420308 h 1621094"/>
              <a:gd name="connsiteX28" fmla="*/ 6654257 w 9662615"/>
              <a:gd name="connsiteY28" fmla="*/ 1424143 h 1621094"/>
              <a:gd name="connsiteX29" fmla="*/ 6620123 w 9662615"/>
              <a:gd name="connsiteY29" fmla="*/ 1430535 h 1621094"/>
              <a:gd name="connsiteX30" fmla="*/ 6571355 w 9662615"/>
              <a:gd name="connsiteY30" fmla="*/ 1436144 h 1621094"/>
              <a:gd name="connsiteX31" fmla="*/ 6486557 w 9662615"/>
              <a:gd name="connsiteY31" fmla="*/ 1449861 h 1621094"/>
              <a:gd name="connsiteX32" fmla="*/ 6370419 w 9662615"/>
              <a:gd name="connsiteY32" fmla="*/ 1461649 h 1621094"/>
              <a:gd name="connsiteX33" fmla="*/ 6278839 w 9662615"/>
              <a:gd name="connsiteY33" fmla="*/ 1449160 h 1621094"/>
              <a:gd name="connsiteX34" fmla="*/ 6272455 w 9662615"/>
              <a:gd name="connsiteY34" fmla="*/ 1453191 h 1621094"/>
              <a:gd name="connsiteX35" fmla="*/ 6212659 w 9662615"/>
              <a:gd name="connsiteY35" fmla="*/ 1454850 h 1621094"/>
              <a:gd name="connsiteX36" fmla="*/ 6069317 w 9662615"/>
              <a:gd name="connsiteY36" fmla="*/ 1445838 h 1621094"/>
              <a:gd name="connsiteX37" fmla="*/ 5878477 w 9662615"/>
              <a:gd name="connsiteY37" fmla="*/ 1439180 h 1621094"/>
              <a:gd name="connsiteX38" fmla="*/ 5838387 w 9662615"/>
              <a:gd name="connsiteY38" fmla="*/ 1444679 h 1621094"/>
              <a:gd name="connsiteX39" fmla="*/ 5771136 w 9662615"/>
              <a:gd name="connsiteY39" fmla="*/ 1453639 h 1621094"/>
              <a:gd name="connsiteX40" fmla="*/ 5724081 w 9662615"/>
              <a:gd name="connsiteY40" fmla="*/ 1470431 h 1621094"/>
              <a:gd name="connsiteX41" fmla="*/ 5666577 w 9662615"/>
              <a:gd name="connsiteY41" fmla="*/ 1473921 h 1621094"/>
              <a:gd name="connsiteX42" fmla="*/ 5649068 w 9662615"/>
              <a:gd name="connsiteY42" fmla="*/ 1461676 h 1621094"/>
              <a:gd name="connsiteX43" fmla="*/ 5588902 w 9662615"/>
              <a:gd name="connsiteY43" fmla="*/ 1469647 h 1621094"/>
              <a:gd name="connsiteX44" fmla="*/ 5498090 w 9662615"/>
              <a:gd name="connsiteY44" fmla="*/ 1483173 h 1621094"/>
              <a:gd name="connsiteX45" fmla="*/ 5444641 w 9662615"/>
              <a:gd name="connsiteY45" fmla="*/ 1487602 h 1621094"/>
              <a:gd name="connsiteX46" fmla="*/ 5299812 w 9662615"/>
              <a:gd name="connsiteY46" fmla="*/ 1503362 h 1621094"/>
              <a:gd name="connsiteX47" fmla="*/ 5213947 w 9662615"/>
              <a:gd name="connsiteY47" fmla="*/ 1516637 h 1621094"/>
              <a:gd name="connsiteX48" fmla="*/ 5090342 w 9662615"/>
              <a:gd name="connsiteY48" fmla="*/ 1546680 h 1621094"/>
              <a:gd name="connsiteX49" fmla="*/ 5129812 w 9662615"/>
              <a:gd name="connsiteY49" fmla="*/ 1521277 h 1621094"/>
              <a:gd name="connsiteX50" fmla="*/ 5059484 w 9662615"/>
              <a:gd name="connsiteY50" fmla="*/ 1546802 h 1621094"/>
              <a:gd name="connsiteX51" fmla="*/ 5038524 w 9662615"/>
              <a:gd name="connsiteY51" fmla="*/ 1545675 h 1621094"/>
              <a:gd name="connsiteX52" fmla="*/ 5026564 w 9662615"/>
              <a:gd name="connsiteY52" fmla="*/ 1545376 h 1621094"/>
              <a:gd name="connsiteX53" fmla="*/ 4969433 w 9662615"/>
              <a:gd name="connsiteY53" fmla="*/ 1550865 h 1621094"/>
              <a:gd name="connsiteX54" fmla="*/ 4921303 w 9662615"/>
              <a:gd name="connsiteY54" fmla="*/ 1575379 h 1621094"/>
              <a:gd name="connsiteX55" fmla="*/ 4871726 w 9662615"/>
              <a:gd name="connsiteY55" fmla="*/ 1570584 h 1621094"/>
              <a:gd name="connsiteX56" fmla="*/ 4847242 w 9662615"/>
              <a:gd name="connsiteY56" fmla="*/ 1621094 h 1621094"/>
              <a:gd name="connsiteX57" fmla="*/ 4821058 w 9662615"/>
              <a:gd name="connsiteY57" fmla="*/ 1553078 h 1621094"/>
              <a:gd name="connsiteX58" fmla="*/ 4791466 w 9662615"/>
              <a:gd name="connsiteY58" fmla="*/ 1561324 h 1621094"/>
              <a:gd name="connsiteX59" fmla="*/ 4784247 w 9662615"/>
              <a:gd name="connsiteY59" fmla="*/ 1562342 h 1621094"/>
              <a:gd name="connsiteX60" fmla="*/ 4735334 w 9662615"/>
              <a:gd name="connsiteY60" fmla="*/ 1581778 h 1621094"/>
              <a:gd name="connsiteX61" fmla="*/ 4697562 w 9662615"/>
              <a:gd name="connsiteY61" fmla="*/ 1551206 h 1621094"/>
              <a:gd name="connsiteX62" fmla="*/ 4662664 w 9662615"/>
              <a:gd name="connsiteY62" fmla="*/ 1573162 h 1621094"/>
              <a:gd name="connsiteX63" fmla="*/ 4603028 w 9662615"/>
              <a:gd name="connsiteY63" fmla="*/ 1568821 h 1621094"/>
              <a:gd name="connsiteX64" fmla="*/ 4541612 w 9662615"/>
              <a:gd name="connsiteY64" fmla="*/ 1545262 h 1621094"/>
              <a:gd name="connsiteX65" fmla="*/ 4422155 w 9662615"/>
              <a:gd name="connsiteY65" fmla="*/ 1542059 h 1621094"/>
              <a:gd name="connsiteX66" fmla="*/ 4221826 w 9662615"/>
              <a:gd name="connsiteY66" fmla="*/ 1508923 h 1621094"/>
              <a:gd name="connsiteX67" fmla="*/ 4096601 w 9662615"/>
              <a:gd name="connsiteY67" fmla="*/ 1521563 h 1621094"/>
              <a:gd name="connsiteX68" fmla="*/ 3970635 w 9662615"/>
              <a:gd name="connsiteY68" fmla="*/ 1544815 h 1621094"/>
              <a:gd name="connsiteX69" fmla="*/ 3833906 w 9662615"/>
              <a:gd name="connsiteY69" fmla="*/ 1516637 h 1621094"/>
              <a:gd name="connsiteX70" fmla="*/ 3696258 w 9662615"/>
              <a:gd name="connsiteY70" fmla="*/ 1537563 h 1621094"/>
              <a:gd name="connsiteX71" fmla="*/ 3594070 w 9662615"/>
              <a:gd name="connsiteY71" fmla="*/ 1509422 h 1621094"/>
              <a:gd name="connsiteX72" fmla="*/ 3565233 w 9662615"/>
              <a:gd name="connsiteY72" fmla="*/ 1515122 h 1621094"/>
              <a:gd name="connsiteX73" fmla="*/ 3560267 w 9662615"/>
              <a:gd name="connsiteY73" fmla="*/ 1516288 h 1621094"/>
              <a:gd name="connsiteX74" fmla="*/ 3540258 w 9662615"/>
              <a:gd name="connsiteY74" fmla="*/ 1516976 h 1621094"/>
              <a:gd name="connsiteX75" fmla="*/ 3534780 w 9662615"/>
              <a:gd name="connsiteY75" fmla="*/ 1522141 h 1621094"/>
              <a:gd name="connsiteX76" fmla="*/ 3504783 w 9662615"/>
              <a:gd name="connsiteY76" fmla="*/ 1526739 h 1621094"/>
              <a:gd name="connsiteX77" fmla="*/ 3430805 w 9662615"/>
              <a:gd name="connsiteY77" fmla="*/ 1542521 h 1621094"/>
              <a:gd name="connsiteX78" fmla="*/ 3292707 w 9662615"/>
              <a:gd name="connsiteY78" fmla="*/ 1520490 h 1621094"/>
              <a:gd name="connsiteX79" fmla="*/ 3187872 w 9662615"/>
              <a:gd name="connsiteY79" fmla="*/ 1519991 h 1621094"/>
              <a:gd name="connsiteX80" fmla="*/ 3148026 w 9662615"/>
              <a:gd name="connsiteY80" fmla="*/ 1524777 h 1621094"/>
              <a:gd name="connsiteX81" fmla="*/ 3092394 w 9662615"/>
              <a:gd name="connsiteY81" fmla="*/ 1528115 h 1621094"/>
              <a:gd name="connsiteX82" fmla="*/ 2994200 w 9662615"/>
              <a:gd name="connsiteY82" fmla="*/ 1537857 h 1621094"/>
              <a:gd name="connsiteX83" fmla="*/ 2862301 w 9662615"/>
              <a:gd name="connsiteY83" fmla="*/ 1544250 h 1621094"/>
              <a:gd name="connsiteX84" fmla="*/ 2766335 w 9662615"/>
              <a:gd name="connsiteY84" fmla="*/ 1527662 h 1621094"/>
              <a:gd name="connsiteX85" fmla="*/ 2757836 w 9662615"/>
              <a:gd name="connsiteY85" fmla="*/ 1531371 h 1621094"/>
              <a:gd name="connsiteX86" fmla="*/ 2691555 w 9662615"/>
              <a:gd name="connsiteY86" fmla="*/ 1530283 h 1621094"/>
              <a:gd name="connsiteX87" fmla="*/ 2491676 w 9662615"/>
              <a:gd name="connsiteY87" fmla="*/ 1500859 h 1621094"/>
              <a:gd name="connsiteX88" fmla="*/ 2378036 w 9662615"/>
              <a:gd name="connsiteY88" fmla="*/ 1520645 h 1621094"/>
              <a:gd name="connsiteX89" fmla="*/ 2284269 w 9662615"/>
              <a:gd name="connsiteY89" fmla="*/ 1503068 h 1621094"/>
              <a:gd name="connsiteX90" fmla="*/ 2207104 w 9662615"/>
              <a:gd name="connsiteY90" fmla="*/ 1508888 h 1621094"/>
              <a:gd name="connsiteX91" fmla="*/ 2149226 w 9662615"/>
              <a:gd name="connsiteY91" fmla="*/ 1523409 h 1621094"/>
              <a:gd name="connsiteX92" fmla="*/ 2084783 w 9662615"/>
              <a:gd name="connsiteY92" fmla="*/ 1524245 h 1621094"/>
              <a:gd name="connsiteX93" fmla="*/ 2070075 w 9662615"/>
              <a:gd name="connsiteY93" fmla="*/ 1511285 h 1621094"/>
              <a:gd name="connsiteX94" fmla="*/ 2001057 w 9662615"/>
              <a:gd name="connsiteY94" fmla="*/ 1516449 h 1621094"/>
              <a:gd name="connsiteX95" fmla="*/ 1896330 w 9662615"/>
              <a:gd name="connsiteY95" fmla="*/ 1525725 h 1621094"/>
              <a:gd name="connsiteX96" fmla="*/ 1835994 w 9662615"/>
              <a:gd name="connsiteY96" fmla="*/ 1527678 h 1621094"/>
              <a:gd name="connsiteX97" fmla="*/ 1671119 w 9662615"/>
              <a:gd name="connsiteY97" fmla="*/ 1536701 h 1621094"/>
              <a:gd name="connsiteX98" fmla="*/ 1601337 w 9662615"/>
              <a:gd name="connsiteY98" fmla="*/ 1548552 h 1621094"/>
              <a:gd name="connsiteX99" fmla="*/ 1407755 w 9662615"/>
              <a:gd name="connsiteY99" fmla="*/ 1571444 h 1621094"/>
              <a:gd name="connsiteX100" fmla="*/ 1271994 w 9662615"/>
              <a:gd name="connsiteY100" fmla="*/ 1579471 h 1621094"/>
              <a:gd name="connsiteX101" fmla="*/ 1249226 w 9662615"/>
              <a:gd name="connsiteY101" fmla="*/ 1583140 h 1621094"/>
              <a:gd name="connsiteX102" fmla="*/ 1217719 w 9662615"/>
              <a:gd name="connsiteY102" fmla="*/ 1580863 h 1621094"/>
              <a:gd name="connsiteX103" fmla="*/ 1091432 w 9662615"/>
              <a:gd name="connsiteY103" fmla="*/ 1571003 h 1621094"/>
              <a:gd name="connsiteX104" fmla="*/ 992039 w 9662615"/>
              <a:gd name="connsiteY104" fmla="*/ 1556662 h 1621094"/>
              <a:gd name="connsiteX105" fmla="*/ 868264 w 9662615"/>
              <a:gd name="connsiteY105" fmla="*/ 1566392 h 1621094"/>
              <a:gd name="connsiteX106" fmla="*/ 792765 w 9662615"/>
              <a:gd name="connsiteY106" fmla="*/ 1563102 h 1621094"/>
              <a:gd name="connsiteX107" fmla="*/ 669055 w 9662615"/>
              <a:gd name="connsiteY107" fmla="*/ 1543638 h 1621094"/>
              <a:gd name="connsiteX108" fmla="*/ 506152 w 9662615"/>
              <a:gd name="connsiteY108" fmla="*/ 1549124 h 1621094"/>
              <a:gd name="connsiteX109" fmla="*/ 472797 w 9662615"/>
              <a:gd name="connsiteY109" fmla="*/ 1568904 h 1621094"/>
              <a:gd name="connsiteX110" fmla="*/ 427864 w 9662615"/>
              <a:gd name="connsiteY110" fmla="*/ 1580848 h 1621094"/>
              <a:gd name="connsiteX111" fmla="*/ 408381 w 9662615"/>
              <a:gd name="connsiteY111" fmla="*/ 1552940 h 1621094"/>
              <a:gd name="connsiteX112" fmla="*/ 267163 w 9662615"/>
              <a:gd name="connsiteY112" fmla="*/ 1531913 h 1621094"/>
              <a:gd name="connsiteX113" fmla="*/ 196644 w 9662615"/>
              <a:gd name="connsiteY113" fmla="*/ 1524565 h 1621094"/>
              <a:gd name="connsiteX114" fmla="*/ 86819 w 9662615"/>
              <a:gd name="connsiteY114" fmla="*/ 1519517 h 1621094"/>
              <a:gd name="connsiteX115" fmla="*/ 53369 w 9662615"/>
              <a:gd name="connsiteY115" fmla="*/ 1516853 h 1621094"/>
              <a:gd name="connsiteX116" fmla="*/ 2359 w 9662615"/>
              <a:gd name="connsiteY116" fmla="*/ 1515247 h 1621094"/>
              <a:gd name="connsiteX117" fmla="*/ 0 w 9662615"/>
              <a:gd name="connsiteY117" fmla="*/ 1514932 h 1621094"/>
              <a:gd name="connsiteX118" fmla="*/ 0 w 9662615"/>
              <a:gd name="connsiteY118" fmla="*/ 0 h 1621094"/>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1303 w 9662615"/>
              <a:gd name="connsiteY54" fmla="*/ 1575379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7680"/>
              <a:gd name="connsiteX1" fmla="*/ 9662615 w 9662615"/>
              <a:gd name="connsiteY1" fmla="*/ 0 h 1597680"/>
              <a:gd name="connsiteX2" fmla="*/ 9662615 w 9662615"/>
              <a:gd name="connsiteY2" fmla="*/ 1280346 h 1597680"/>
              <a:gd name="connsiteX3" fmla="*/ 9658420 w 9662615"/>
              <a:gd name="connsiteY3" fmla="*/ 1280106 h 1597680"/>
              <a:gd name="connsiteX4" fmla="*/ 9469546 w 9662615"/>
              <a:gd name="connsiteY4" fmla="*/ 1289837 h 1597680"/>
              <a:gd name="connsiteX5" fmla="*/ 9385895 w 9662615"/>
              <a:gd name="connsiteY5" fmla="*/ 1269203 h 1597680"/>
              <a:gd name="connsiteX6" fmla="*/ 9144767 w 9662615"/>
              <a:gd name="connsiteY6" fmla="*/ 1264120 h 1597680"/>
              <a:gd name="connsiteX7" fmla="*/ 8837252 w 9662615"/>
              <a:gd name="connsiteY7" fmla="*/ 1350515 h 1597680"/>
              <a:gd name="connsiteX8" fmla="*/ 8705466 w 9662615"/>
              <a:gd name="connsiteY8" fmla="*/ 1342419 h 1597680"/>
              <a:gd name="connsiteX9" fmla="*/ 8652221 w 9662615"/>
              <a:gd name="connsiteY9" fmla="*/ 1326906 h 1597680"/>
              <a:gd name="connsiteX10" fmla="*/ 8632312 w 9662615"/>
              <a:gd name="connsiteY10" fmla="*/ 1326025 h 1597680"/>
              <a:gd name="connsiteX11" fmla="*/ 8591582 w 9662615"/>
              <a:gd name="connsiteY11" fmla="*/ 1341666 h 1597680"/>
              <a:gd name="connsiteX12" fmla="*/ 8537336 w 9662615"/>
              <a:gd name="connsiteY12" fmla="*/ 1341684 h 1597680"/>
              <a:gd name="connsiteX13" fmla="*/ 8472508 w 9662615"/>
              <a:gd name="connsiteY13" fmla="*/ 1363109 h 1597680"/>
              <a:gd name="connsiteX14" fmla="*/ 8258477 w 9662615"/>
              <a:gd name="connsiteY14" fmla="*/ 1370666 h 1597680"/>
              <a:gd name="connsiteX15" fmla="*/ 8197961 w 9662615"/>
              <a:gd name="connsiteY15" fmla="*/ 1392804 h 1597680"/>
              <a:gd name="connsiteX16" fmla="*/ 8171196 w 9662615"/>
              <a:gd name="connsiteY16" fmla="*/ 1397216 h 1597680"/>
              <a:gd name="connsiteX17" fmla="*/ 8127667 w 9662615"/>
              <a:gd name="connsiteY17" fmla="*/ 1418254 h 1597680"/>
              <a:gd name="connsiteX18" fmla="*/ 7974579 w 9662615"/>
              <a:gd name="connsiteY18" fmla="*/ 1383439 h 1597680"/>
              <a:gd name="connsiteX19" fmla="*/ 7768351 w 9662615"/>
              <a:gd name="connsiteY19" fmla="*/ 1395051 h 1597680"/>
              <a:gd name="connsiteX20" fmla="*/ 7635985 w 9662615"/>
              <a:gd name="connsiteY20" fmla="*/ 1386363 h 1597680"/>
              <a:gd name="connsiteX21" fmla="*/ 7466069 w 9662615"/>
              <a:gd name="connsiteY21" fmla="*/ 1377654 h 1597680"/>
              <a:gd name="connsiteX22" fmla="*/ 7355642 w 9662615"/>
              <a:gd name="connsiteY22" fmla="*/ 1407761 h 1597680"/>
              <a:gd name="connsiteX23" fmla="*/ 7151610 w 9662615"/>
              <a:gd name="connsiteY23" fmla="*/ 1397856 h 1597680"/>
              <a:gd name="connsiteX24" fmla="*/ 7082147 w 9662615"/>
              <a:gd name="connsiteY24" fmla="*/ 1406113 h 1597680"/>
              <a:gd name="connsiteX25" fmla="*/ 7014958 w 9662615"/>
              <a:gd name="connsiteY25" fmla="*/ 1396883 h 1597680"/>
              <a:gd name="connsiteX26" fmla="*/ 6907567 w 9662615"/>
              <a:gd name="connsiteY26" fmla="*/ 1419149 h 1597680"/>
              <a:gd name="connsiteX27" fmla="*/ 6748428 w 9662615"/>
              <a:gd name="connsiteY27" fmla="*/ 1420308 h 1597680"/>
              <a:gd name="connsiteX28" fmla="*/ 6654257 w 9662615"/>
              <a:gd name="connsiteY28" fmla="*/ 1424143 h 1597680"/>
              <a:gd name="connsiteX29" fmla="*/ 6620123 w 9662615"/>
              <a:gd name="connsiteY29" fmla="*/ 1430535 h 1597680"/>
              <a:gd name="connsiteX30" fmla="*/ 6571355 w 9662615"/>
              <a:gd name="connsiteY30" fmla="*/ 1436144 h 1597680"/>
              <a:gd name="connsiteX31" fmla="*/ 6486557 w 9662615"/>
              <a:gd name="connsiteY31" fmla="*/ 1449861 h 1597680"/>
              <a:gd name="connsiteX32" fmla="*/ 6370419 w 9662615"/>
              <a:gd name="connsiteY32" fmla="*/ 1461649 h 1597680"/>
              <a:gd name="connsiteX33" fmla="*/ 6278839 w 9662615"/>
              <a:gd name="connsiteY33" fmla="*/ 1449160 h 1597680"/>
              <a:gd name="connsiteX34" fmla="*/ 6272455 w 9662615"/>
              <a:gd name="connsiteY34" fmla="*/ 1453191 h 1597680"/>
              <a:gd name="connsiteX35" fmla="*/ 6212659 w 9662615"/>
              <a:gd name="connsiteY35" fmla="*/ 1454850 h 1597680"/>
              <a:gd name="connsiteX36" fmla="*/ 6069317 w 9662615"/>
              <a:gd name="connsiteY36" fmla="*/ 1445838 h 1597680"/>
              <a:gd name="connsiteX37" fmla="*/ 5878477 w 9662615"/>
              <a:gd name="connsiteY37" fmla="*/ 1439180 h 1597680"/>
              <a:gd name="connsiteX38" fmla="*/ 5838387 w 9662615"/>
              <a:gd name="connsiteY38" fmla="*/ 1444679 h 1597680"/>
              <a:gd name="connsiteX39" fmla="*/ 5771136 w 9662615"/>
              <a:gd name="connsiteY39" fmla="*/ 1453639 h 1597680"/>
              <a:gd name="connsiteX40" fmla="*/ 5724081 w 9662615"/>
              <a:gd name="connsiteY40" fmla="*/ 1470431 h 1597680"/>
              <a:gd name="connsiteX41" fmla="*/ 5666577 w 9662615"/>
              <a:gd name="connsiteY41" fmla="*/ 1473921 h 1597680"/>
              <a:gd name="connsiteX42" fmla="*/ 5649068 w 9662615"/>
              <a:gd name="connsiteY42" fmla="*/ 1461676 h 1597680"/>
              <a:gd name="connsiteX43" fmla="*/ 5588902 w 9662615"/>
              <a:gd name="connsiteY43" fmla="*/ 1469647 h 1597680"/>
              <a:gd name="connsiteX44" fmla="*/ 5498090 w 9662615"/>
              <a:gd name="connsiteY44" fmla="*/ 1483173 h 1597680"/>
              <a:gd name="connsiteX45" fmla="*/ 5444641 w 9662615"/>
              <a:gd name="connsiteY45" fmla="*/ 1487602 h 1597680"/>
              <a:gd name="connsiteX46" fmla="*/ 5299812 w 9662615"/>
              <a:gd name="connsiteY46" fmla="*/ 1503362 h 1597680"/>
              <a:gd name="connsiteX47" fmla="*/ 5213947 w 9662615"/>
              <a:gd name="connsiteY47" fmla="*/ 1516637 h 1597680"/>
              <a:gd name="connsiteX48" fmla="*/ 5090342 w 9662615"/>
              <a:gd name="connsiteY48" fmla="*/ 1546680 h 1597680"/>
              <a:gd name="connsiteX49" fmla="*/ 5129812 w 9662615"/>
              <a:gd name="connsiteY49" fmla="*/ 1521277 h 1597680"/>
              <a:gd name="connsiteX50" fmla="*/ 5059484 w 9662615"/>
              <a:gd name="connsiteY50" fmla="*/ 1546802 h 1597680"/>
              <a:gd name="connsiteX51" fmla="*/ 5038524 w 9662615"/>
              <a:gd name="connsiteY51" fmla="*/ 1545675 h 1597680"/>
              <a:gd name="connsiteX52" fmla="*/ 5026564 w 9662615"/>
              <a:gd name="connsiteY52" fmla="*/ 1545376 h 1597680"/>
              <a:gd name="connsiteX53" fmla="*/ 4969433 w 9662615"/>
              <a:gd name="connsiteY53" fmla="*/ 1550865 h 1597680"/>
              <a:gd name="connsiteX54" fmla="*/ 4929254 w 9662615"/>
              <a:gd name="connsiteY54" fmla="*/ 1563452 h 1597680"/>
              <a:gd name="connsiteX55" fmla="*/ 4871726 w 9662615"/>
              <a:gd name="connsiteY55" fmla="*/ 1570584 h 1597680"/>
              <a:gd name="connsiteX56" fmla="*/ 4843267 w 9662615"/>
              <a:gd name="connsiteY56" fmla="*/ 1561459 h 1597680"/>
              <a:gd name="connsiteX57" fmla="*/ 4821058 w 9662615"/>
              <a:gd name="connsiteY57" fmla="*/ 1553078 h 1597680"/>
              <a:gd name="connsiteX58" fmla="*/ 4791466 w 9662615"/>
              <a:gd name="connsiteY58" fmla="*/ 1561324 h 1597680"/>
              <a:gd name="connsiteX59" fmla="*/ 4784247 w 9662615"/>
              <a:gd name="connsiteY59" fmla="*/ 1562342 h 1597680"/>
              <a:gd name="connsiteX60" fmla="*/ 4743285 w 9662615"/>
              <a:gd name="connsiteY60" fmla="*/ 1597680 h 1597680"/>
              <a:gd name="connsiteX61" fmla="*/ 4697562 w 9662615"/>
              <a:gd name="connsiteY61" fmla="*/ 1551206 h 1597680"/>
              <a:gd name="connsiteX62" fmla="*/ 4662664 w 9662615"/>
              <a:gd name="connsiteY62" fmla="*/ 1573162 h 1597680"/>
              <a:gd name="connsiteX63" fmla="*/ 4603028 w 9662615"/>
              <a:gd name="connsiteY63" fmla="*/ 1568821 h 1597680"/>
              <a:gd name="connsiteX64" fmla="*/ 4541612 w 9662615"/>
              <a:gd name="connsiteY64" fmla="*/ 1545262 h 1597680"/>
              <a:gd name="connsiteX65" fmla="*/ 4422155 w 9662615"/>
              <a:gd name="connsiteY65" fmla="*/ 1542059 h 1597680"/>
              <a:gd name="connsiteX66" fmla="*/ 4221826 w 9662615"/>
              <a:gd name="connsiteY66" fmla="*/ 1508923 h 1597680"/>
              <a:gd name="connsiteX67" fmla="*/ 4096601 w 9662615"/>
              <a:gd name="connsiteY67" fmla="*/ 1521563 h 1597680"/>
              <a:gd name="connsiteX68" fmla="*/ 3970635 w 9662615"/>
              <a:gd name="connsiteY68" fmla="*/ 1544815 h 1597680"/>
              <a:gd name="connsiteX69" fmla="*/ 3833906 w 9662615"/>
              <a:gd name="connsiteY69" fmla="*/ 1516637 h 1597680"/>
              <a:gd name="connsiteX70" fmla="*/ 3696258 w 9662615"/>
              <a:gd name="connsiteY70" fmla="*/ 1537563 h 1597680"/>
              <a:gd name="connsiteX71" fmla="*/ 3594070 w 9662615"/>
              <a:gd name="connsiteY71" fmla="*/ 1509422 h 1597680"/>
              <a:gd name="connsiteX72" fmla="*/ 3565233 w 9662615"/>
              <a:gd name="connsiteY72" fmla="*/ 1515122 h 1597680"/>
              <a:gd name="connsiteX73" fmla="*/ 3560267 w 9662615"/>
              <a:gd name="connsiteY73" fmla="*/ 1516288 h 1597680"/>
              <a:gd name="connsiteX74" fmla="*/ 3540258 w 9662615"/>
              <a:gd name="connsiteY74" fmla="*/ 1516976 h 1597680"/>
              <a:gd name="connsiteX75" fmla="*/ 3534780 w 9662615"/>
              <a:gd name="connsiteY75" fmla="*/ 1522141 h 1597680"/>
              <a:gd name="connsiteX76" fmla="*/ 3504783 w 9662615"/>
              <a:gd name="connsiteY76" fmla="*/ 1526739 h 1597680"/>
              <a:gd name="connsiteX77" fmla="*/ 3430805 w 9662615"/>
              <a:gd name="connsiteY77" fmla="*/ 1542521 h 1597680"/>
              <a:gd name="connsiteX78" fmla="*/ 3292707 w 9662615"/>
              <a:gd name="connsiteY78" fmla="*/ 1520490 h 1597680"/>
              <a:gd name="connsiteX79" fmla="*/ 3187872 w 9662615"/>
              <a:gd name="connsiteY79" fmla="*/ 1519991 h 1597680"/>
              <a:gd name="connsiteX80" fmla="*/ 3148026 w 9662615"/>
              <a:gd name="connsiteY80" fmla="*/ 1524777 h 1597680"/>
              <a:gd name="connsiteX81" fmla="*/ 3092394 w 9662615"/>
              <a:gd name="connsiteY81" fmla="*/ 1528115 h 1597680"/>
              <a:gd name="connsiteX82" fmla="*/ 2994200 w 9662615"/>
              <a:gd name="connsiteY82" fmla="*/ 1537857 h 1597680"/>
              <a:gd name="connsiteX83" fmla="*/ 2862301 w 9662615"/>
              <a:gd name="connsiteY83" fmla="*/ 1544250 h 1597680"/>
              <a:gd name="connsiteX84" fmla="*/ 2766335 w 9662615"/>
              <a:gd name="connsiteY84" fmla="*/ 1527662 h 1597680"/>
              <a:gd name="connsiteX85" fmla="*/ 2757836 w 9662615"/>
              <a:gd name="connsiteY85" fmla="*/ 1531371 h 1597680"/>
              <a:gd name="connsiteX86" fmla="*/ 2691555 w 9662615"/>
              <a:gd name="connsiteY86" fmla="*/ 1530283 h 1597680"/>
              <a:gd name="connsiteX87" fmla="*/ 2491676 w 9662615"/>
              <a:gd name="connsiteY87" fmla="*/ 1500859 h 1597680"/>
              <a:gd name="connsiteX88" fmla="*/ 2378036 w 9662615"/>
              <a:gd name="connsiteY88" fmla="*/ 1520645 h 1597680"/>
              <a:gd name="connsiteX89" fmla="*/ 2284269 w 9662615"/>
              <a:gd name="connsiteY89" fmla="*/ 1503068 h 1597680"/>
              <a:gd name="connsiteX90" fmla="*/ 2207104 w 9662615"/>
              <a:gd name="connsiteY90" fmla="*/ 1508888 h 1597680"/>
              <a:gd name="connsiteX91" fmla="*/ 2149226 w 9662615"/>
              <a:gd name="connsiteY91" fmla="*/ 1523409 h 1597680"/>
              <a:gd name="connsiteX92" fmla="*/ 2084783 w 9662615"/>
              <a:gd name="connsiteY92" fmla="*/ 1524245 h 1597680"/>
              <a:gd name="connsiteX93" fmla="*/ 2070075 w 9662615"/>
              <a:gd name="connsiteY93" fmla="*/ 1511285 h 1597680"/>
              <a:gd name="connsiteX94" fmla="*/ 2001057 w 9662615"/>
              <a:gd name="connsiteY94" fmla="*/ 1516449 h 1597680"/>
              <a:gd name="connsiteX95" fmla="*/ 1896330 w 9662615"/>
              <a:gd name="connsiteY95" fmla="*/ 1525725 h 1597680"/>
              <a:gd name="connsiteX96" fmla="*/ 1835994 w 9662615"/>
              <a:gd name="connsiteY96" fmla="*/ 1527678 h 1597680"/>
              <a:gd name="connsiteX97" fmla="*/ 1671119 w 9662615"/>
              <a:gd name="connsiteY97" fmla="*/ 1536701 h 1597680"/>
              <a:gd name="connsiteX98" fmla="*/ 1601337 w 9662615"/>
              <a:gd name="connsiteY98" fmla="*/ 1548552 h 1597680"/>
              <a:gd name="connsiteX99" fmla="*/ 1407755 w 9662615"/>
              <a:gd name="connsiteY99" fmla="*/ 1571444 h 1597680"/>
              <a:gd name="connsiteX100" fmla="*/ 1271994 w 9662615"/>
              <a:gd name="connsiteY100" fmla="*/ 1579471 h 1597680"/>
              <a:gd name="connsiteX101" fmla="*/ 1249226 w 9662615"/>
              <a:gd name="connsiteY101" fmla="*/ 1583140 h 1597680"/>
              <a:gd name="connsiteX102" fmla="*/ 1217719 w 9662615"/>
              <a:gd name="connsiteY102" fmla="*/ 1580863 h 1597680"/>
              <a:gd name="connsiteX103" fmla="*/ 1091432 w 9662615"/>
              <a:gd name="connsiteY103" fmla="*/ 1571003 h 1597680"/>
              <a:gd name="connsiteX104" fmla="*/ 992039 w 9662615"/>
              <a:gd name="connsiteY104" fmla="*/ 1556662 h 1597680"/>
              <a:gd name="connsiteX105" fmla="*/ 868264 w 9662615"/>
              <a:gd name="connsiteY105" fmla="*/ 1566392 h 1597680"/>
              <a:gd name="connsiteX106" fmla="*/ 792765 w 9662615"/>
              <a:gd name="connsiteY106" fmla="*/ 1563102 h 1597680"/>
              <a:gd name="connsiteX107" fmla="*/ 669055 w 9662615"/>
              <a:gd name="connsiteY107" fmla="*/ 1543638 h 1597680"/>
              <a:gd name="connsiteX108" fmla="*/ 506152 w 9662615"/>
              <a:gd name="connsiteY108" fmla="*/ 1549124 h 1597680"/>
              <a:gd name="connsiteX109" fmla="*/ 472797 w 9662615"/>
              <a:gd name="connsiteY109" fmla="*/ 1568904 h 1597680"/>
              <a:gd name="connsiteX110" fmla="*/ 427864 w 9662615"/>
              <a:gd name="connsiteY110" fmla="*/ 1580848 h 1597680"/>
              <a:gd name="connsiteX111" fmla="*/ 408381 w 9662615"/>
              <a:gd name="connsiteY111" fmla="*/ 1552940 h 1597680"/>
              <a:gd name="connsiteX112" fmla="*/ 267163 w 9662615"/>
              <a:gd name="connsiteY112" fmla="*/ 1531913 h 1597680"/>
              <a:gd name="connsiteX113" fmla="*/ 196644 w 9662615"/>
              <a:gd name="connsiteY113" fmla="*/ 1524565 h 1597680"/>
              <a:gd name="connsiteX114" fmla="*/ 86819 w 9662615"/>
              <a:gd name="connsiteY114" fmla="*/ 1519517 h 1597680"/>
              <a:gd name="connsiteX115" fmla="*/ 53369 w 9662615"/>
              <a:gd name="connsiteY115" fmla="*/ 1516853 h 1597680"/>
              <a:gd name="connsiteX116" fmla="*/ 2359 w 9662615"/>
              <a:gd name="connsiteY116" fmla="*/ 1515247 h 1597680"/>
              <a:gd name="connsiteX117" fmla="*/ 0 w 9662615"/>
              <a:gd name="connsiteY117" fmla="*/ 1514932 h 1597680"/>
              <a:gd name="connsiteX118" fmla="*/ 0 w 9662615"/>
              <a:gd name="connsiteY118" fmla="*/ 0 h 1597680"/>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66659 w 9662615"/>
              <a:gd name="connsiteY68" fmla="*/ 1528913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6499"/>
              <a:gd name="connsiteX1" fmla="*/ 9662615 w 9662615"/>
              <a:gd name="connsiteY1" fmla="*/ 0 h 1596499"/>
              <a:gd name="connsiteX2" fmla="*/ 9662615 w 9662615"/>
              <a:gd name="connsiteY2" fmla="*/ 1280346 h 1596499"/>
              <a:gd name="connsiteX3" fmla="*/ 9658420 w 9662615"/>
              <a:gd name="connsiteY3" fmla="*/ 1280106 h 1596499"/>
              <a:gd name="connsiteX4" fmla="*/ 9469546 w 9662615"/>
              <a:gd name="connsiteY4" fmla="*/ 1289837 h 1596499"/>
              <a:gd name="connsiteX5" fmla="*/ 9385895 w 9662615"/>
              <a:gd name="connsiteY5" fmla="*/ 1269203 h 1596499"/>
              <a:gd name="connsiteX6" fmla="*/ 9144767 w 9662615"/>
              <a:gd name="connsiteY6" fmla="*/ 1264120 h 1596499"/>
              <a:gd name="connsiteX7" fmla="*/ 8837252 w 9662615"/>
              <a:gd name="connsiteY7" fmla="*/ 1350515 h 1596499"/>
              <a:gd name="connsiteX8" fmla="*/ 8705466 w 9662615"/>
              <a:gd name="connsiteY8" fmla="*/ 1342419 h 1596499"/>
              <a:gd name="connsiteX9" fmla="*/ 8652221 w 9662615"/>
              <a:gd name="connsiteY9" fmla="*/ 1326906 h 1596499"/>
              <a:gd name="connsiteX10" fmla="*/ 8632312 w 9662615"/>
              <a:gd name="connsiteY10" fmla="*/ 1326025 h 1596499"/>
              <a:gd name="connsiteX11" fmla="*/ 8591582 w 9662615"/>
              <a:gd name="connsiteY11" fmla="*/ 1341666 h 1596499"/>
              <a:gd name="connsiteX12" fmla="*/ 8537336 w 9662615"/>
              <a:gd name="connsiteY12" fmla="*/ 1341684 h 1596499"/>
              <a:gd name="connsiteX13" fmla="*/ 8472508 w 9662615"/>
              <a:gd name="connsiteY13" fmla="*/ 1363109 h 1596499"/>
              <a:gd name="connsiteX14" fmla="*/ 8258477 w 9662615"/>
              <a:gd name="connsiteY14" fmla="*/ 1370666 h 1596499"/>
              <a:gd name="connsiteX15" fmla="*/ 8197961 w 9662615"/>
              <a:gd name="connsiteY15" fmla="*/ 1392804 h 1596499"/>
              <a:gd name="connsiteX16" fmla="*/ 8171196 w 9662615"/>
              <a:gd name="connsiteY16" fmla="*/ 1397216 h 1596499"/>
              <a:gd name="connsiteX17" fmla="*/ 8127667 w 9662615"/>
              <a:gd name="connsiteY17" fmla="*/ 1418254 h 1596499"/>
              <a:gd name="connsiteX18" fmla="*/ 7974579 w 9662615"/>
              <a:gd name="connsiteY18" fmla="*/ 1383439 h 1596499"/>
              <a:gd name="connsiteX19" fmla="*/ 7768351 w 9662615"/>
              <a:gd name="connsiteY19" fmla="*/ 1395051 h 1596499"/>
              <a:gd name="connsiteX20" fmla="*/ 7635985 w 9662615"/>
              <a:gd name="connsiteY20" fmla="*/ 1386363 h 1596499"/>
              <a:gd name="connsiteX21" fmla="*/ 7466069 w 9662615"/>
              <a:gd name="connsiteY21" fmla="*/ 1377654 h 1596499"/>
              <a:gd name="connsiteX22" fmla="*/ 7355642 w 9662615"/>
              <a:gd name="connsiteY22" fmla="*/ 1407761 h 1596499"/>
              <a:gd name="connsiteX23" fmla="*/ 7151610 w 9662615"/>
              <a:gd name="connsiteY23" fmla="*/ 1397856 h 1596499"/>
              <a:gd name="connsiteX24" fmla="*/ 7082147 w 9662615"/>
              <a:gd name="connsiteY24" fmla="*/ 1406113 h 1596499"/>
              <a:gd name="connsiteX25" fmla="*/ 7014958 w 9662615"/>
              <a:gd name="connsiteY25" fmla="*/ 1396883 h 1596499"/>
              <a:gd name="connsiteX26" fmla="*/ 6907567 w 9662615"/>
              <a:gd name="connsiteY26" fmla="*/ 1419149 h 1596499"/>
              <a:gd name="connsiteX27" fmla="*/ 6748428 w 9662615"/>
              <a:gd name="connsiteY27" fmla="*/ 1420308 h 1596499"/>
              <a:gd name="connsiteX28" fmla="*/ 6654257 w 9662615"/>
              <a:gd name="connsiteY28" fmla="*/ 1424143 h 1596499"/>
              <a:gd name="connsiteX29" fmla="*/ 6620123 w 9662615"/>
              <a:gd name="connsiteY29" fmla="*/ 1430535 h 1596499"/>
              <a:gd name="connsiteX30" fmla="*/ 6571355 w 9662615"/>
              <a:gd name="connsiteY30" fmla="*/ 1436144 h 1596499"/>
              <a:gd name="connsiteX31" fmla="*/ 6486557 w 9662615"/>
              <a:gd name="connsiteY31" fmla="*/ 1449861 h 1596499"/>
              <a:gd name="connsiteX32" fmla="*/ 6370419 w 9662615"/>
              <a:gd name="connsiteY32" fmla="*/ 1461649 h 1596499"/>
              <a:gd name="connsiteX33" fmla="*/ 6278839 w 9662615"/>
              <a:gd name="connsiteY33" fmla="*/ 1449160 h 1596499"/>
              <a:gd name="connsiteX34" fmla="*/ 6272455 w 9662615"/>
              <a:gd name="connsiteY34" fmla="*/ 1453191 h 1596499"/>
              <a:gd name="connsiteX35" fmla="*/ 6212659 w 9662615"/>
              <a:gd name="connsiteY35" fmla="*/ 1454850 h 1596499"/>
              <a:gd name="connsiteX36" fmla="*/ 6069317 w 9662615"/>
              <a:gd name="connsiteY36" fmla="*/ 1445838 h 1596499"/>
              <a:gd name="connsiteX37" fmla="*/ 5878477 w 9662615"/>
              <a:gd name="connsiteY37" fmla="*/ 1439180 h 1596499"/>
              <a:gd name="connsiteX38" fmla="*/ 5838387 w 9662615"/>
              <a:gd name="connsiteY38" fmla="*/ 1444679 h 1596499"/>
              <a:gd name="connsiteX39" fmla="*/ 5771136 w 9662615"/>
              <a:gd name="connsiteY39" fmla="*/ 1453639 h 1596499"/>
              <a:gd name="connsiteX40" fmla="*/ 5724081 w 9662615"/>
              <a:gd name="connsiteY40" fmla="*/ 1470431 h 1596499"/>
              <a:gd name="connsiteX41" fmla="*/ 5666577 w 9662615"/>
              <a:gd name="connsiteY41" fmla="*/ 1473921 h 1596499"/>
              <a:gd name="connsiteX42" fmla="*/ 5649068 w 9662615"/>
              <a:gd name="connsiteY42" fmla="*/ 1461676 h 1596499"/>
              <a:gd name="connsiteX43" fmla="*/ 5588902 w 9662615"/>
              <a:gd name="connsiteY43" fmla="*/ 1469647 h 1596499"/>
              <a:gd name="connsiteX44" fmla="*/ 5498090 w 9662615"/>
              <a:gd name="connsiteY44" fmla="*/ 1483173 h 1596499"/>
              <a:gd name="connsiteX45" fmla="*/ 5444641 w 9662615"/>
              <a:gd name="connsiteY45" fmla="*/ 1487602 h 1596499"/>
              <a:gd name="connsiteX46" fmla="*/ 5299812 w 9662615"/>
              <a:gd name="connsiteY46" fmla="*/ 1503362 h 1596499"/>
              <a:gd name="connsiteX47" fmla="*/ 5213947 w 9662615"/>
              <a:gd name="connsiteY47" fmla="*/ 1516637 h 1596499"/>
              <a:gd name="connsiteX48" fmla="*/ 5090342 w 9662615"/>
              <a:gd name="connsiteY48" fmla="*/ 1546680 h 1596499"/>
              <a:gd name="connsiteX49" fmla="*/ 5129812 w 9662615"/>
              <a:gd name="connsiteY49" fmla="*/ 1521277 h 1596499"/>
              <a:gd name="connsiteX50" fmla="*/ 5059484 w 9662615"/>
              <a:gd name="connsiteY50" fmla="*/ 1546802 h 1596499"/>
              <a:gd name="connsiteX51" fmla="*/ 5038524 w 9662615"/>
              <a:gd name="connsiteY51" fmla="*/ 1545675 h 1596499"/>
              <a:gd name="connsiteX52" fmla="*/ 5026564 w 9662615"/>
              <a:gd name="connsiteY52" fmla="*/ 1545376 h 1596499"/>
              <a:gd name="connsiteX53" fmla="*/ 4969433 w 9662615"/>
              <a:gd name="connsiteY53" fmla="*/ 1550865 h 1596499"/>
              <a:gd name="connsiteX54" fmla="*/ 4929254 w 9662615"/>
              <a:gd name="connsiteY54" fmla="*/ 1563452 h 1596499"/>
              <a:gd name="connsiteX55" fmla="*/ 4871726 w 9662615"/>
              <a:gd name="connsiteY55" fmla="*/ 1570584 h 1596499"/>
              <a:gd name="connsiteX56" fmla="*/ 4843267 w 9662615"/>
              <a:gd name="connsiteY56" fmla="*/ 1561459 h 1596499"/>
              <a:gd name="connsiteX57" fmla="*/ 4821058 w 9662615"/>
              <a:gd name="connsiteY57" fmla="*/ 1553078 h 1596499"/>
              <a:gd name="connsiteX58" fmla="*/ 4791466 w 9662615"/>
              <a:gd name="connsiteY58" fmla="*/ 1561324 h 1596499"/>
              <a:gd name="connsiteX59" fmla="*/ 4784247 w 9662615"/>
              <a:gd name="connsiteY59" fmla="*/ 1562342 h 1596499"/>
              <a:gd name="connsiteX60" fmla="*/ 4739309 w 9662615"/>
              <a:gd name="connsiteY60" fmla="*/ 1553948 h 1596499"/>
              <a:gd name="connsiteX61" fmla="*/ 4697562 w 9662615"/>
              <a:gd name="connsiteY61" fmla="*/ 1551206 h 1596499"/>
              <a:gd name="connsiteX62" fmla="*/ 4650737 w 9662615"/>
              <a:gd name="connsiteY62" fmla="*/ 1537381 h 1596499"/>
              <a:gd name="connsiteX63" fmla="*/ 4583150 w 9662615"/>
              <a:gd name="connsiteY63" fmla="*/ 1529064 h 1596499"/>
              <a:gd name="connsiteX64" fmla="*/ 4521734 w 9662615"/>
              <a:gd name="connsiteY64" fmla="*/ 1529359 h 1596499"/>
              <a:gd name="connsiteX65" fmla="*/ 4382398 w 9662615"/>
              <a:gd name="connsiteY65" fmla="*/ 1534108 h 1596499"/>
              <a:gd name="connsiteX66" fmla="*/ 4221826 w 9662615"/>
              <a:gd name="connsiteY66" fmla="*/ 1500972 h 1596499"/>
              <a:gd name="connsiteX67" fmla="*/ 4096601 w 9662615"/>
              <a:gd name="connsiteY67" fmla="*/ 1521563 h 1596499"/>
              <a:gd name="connsiteX68" fmla="*/ 3978586 w 9662615"/>
              <a:gd name="connsiteY68" fmla="*/ 1596499 h 1596499"/>
              <a:gd name="connsiteX69" fmla="*/ 3833906 w 9662615"/>
              <a:gd name="connsiteY69" fmla="*/ 1516637 h 1596499"/>
              <a:gd name="connsiteX70" fmla="*/ 3696258 w 9662615"/>
              <a:gd name="connsiteY70" fmla="*/ 1537563 h 1596499"/>
              <a:gd name="connsiteX71" fmla="*/ 3594070 w 9662615"/>
              <a:gd name="connsiteY71" fmla="*/ 1509422 h 1596499"/>
              <a:gd name="connsiteX72" fmla="*/ 3565233 w 9662615"/>
              <a:gd name="connsiteY72" fmla="*/ 1515122 h 1596499"/>
              <a:gd name="connsiteX73" fmla="*/ 3560267 w 9662615"/>
              <a:gd name="connsiteY73" fmla="*/ 1516288 h 1596499"/>
              <a:gd name="connsiteX74" fmla="*/ 3540258 w 9662615"/>
              <a:gd name="connsiteY74" fmla="*/ 1516976 h 1596499"/>
              <a:gd name="connsiteX75" fmla="*/ 3534780 w 9662615"/>
              <a:gd name="connsiteY75" fmla="*/ 1522141 h 1596499"/>
              <a:gd name="connsiteX76" fmla="*/ 3504783 w 9662615"/>
              <a:gd name="connsiteY76" fmla="*/ 1526739 h 1596499"/>
              <a:gd name="connsiteX77" fmla="*/ 3430805 w 9662615"/>
              <a:gd name="connsiteY77" fmla="*/ 1542521 h 1596499"/>
              <a:gd name="connsiteX78" fmla="*/ 3292707 w 9662615"/>
              <a:gd name="connsiteY78" fmla="*/ 1520490 h 1596499"/>
              <a:gd name="connsiteX79" fmla="*/ 3187872 w 9662615"/>
              <a:gd name="connsiteY79" fmla="*/ 1519991 h 1596499"/>
              <a:gd name="connsiteX80" fmla="*/ 3148026 w 9662615"/>
              <a:gd name="connsiteY80" fmla="*/ 1524777 h 1596499"/>
              <a:gd name="connsiteX81" fmla="*/ 3092394 w 9662615"/>
              <a:gd name="connsiteY81" fmla="*/ 1528115 h 1596499"/>
              <a:gd name="connsiteX82" fmla="*/ 2994200 w 9662615"/>
              <a:gd name="connsiteY82" fmla="*/ 1537857 h 1596499"/>
              <a:gd name="connsiteX83" fmla="*/ 2862301 w 9662615"/>
              <a:gd name="connsiteY83" fmla="*/ 1544250 h 1596499"/>
              <a:gd name="connsiteX84" fmla="*/ 2766335 w 9662615"/>
              <a:gd name="connsiteY84" fmla="*/ 1527662 h 1596499"/>
              <a:gd name="connsiteX85" fmla="*/ 2757836 w 9662615"/>
              <a:gd name="connsiteY85" fmla="*/ 1531371 h 1596499"/>
              <a:gd name="connsiteX86" fmla="*/ 2691555 w 9662615"/>
              <a:gd name="connsiteY86" fmla="*/ 1530283 h 1596499"/>
              <a:gd name="connsiteX87" fmla="*/ 2491676 w 9662615"/>
              <a:gd name="connsiteY87" fmla="*/ 1500859 h 1596499"/>
              <a:gd name="connsiteX88" fmla="*/ 2378036 w 9662615"/>
              <a:gd name="connsiteY88" fmla="*/ 1520645 h 1596499"/>
              <a:gd name="connsiteX89" fmla="*/ 2284269 w 9662615"/>
              <a:gd name="connsiteY89" fmla="*/ 1503068 h 1596499"/>
              <a:gd name="connsiteX90" fmla="*/ 2207104 w 9662615"/>
              <a:gd name="connsiteY90" fmla="*/ 1508888 h 1596499"/>
              <a:gd name="connsiteX91" fmla="*/ 2149226 w 9662615"/>
              <a:gd name="connsiteY91" fmla="*/ 1523409 h 1596499"/>
              <a:gd name="connsiteX92" fmla="*/ 2084783 w 9662615"/>
              <a:gd name="connsiteY92" fmla="*/ 1524245 h 1596499"/>
              <a:gd name="connsiteX93" fmla="*/ 2070075 w 9662615"/>
              <a:gd name="connsiteY93" fmla="*/ 1511285 h 1596499"/>
              <a:gd name="connsiteX94" fmla="*/ 2001057 w 9662615"/>
              <a:gd name="connsiteY94" fmla="*/ 1516449 h 1596499"/>
              <a:gd name="connsiteX95" fmla="*/ 1896330 w 9662615"/>
              <a:gd name="connsiteY95" fmla="*/ 1525725 h 1596499"/>
              <a:gd name="connsiteX96" fmla="*/ 1835994 w 9662615"/>
              <a:gd name="connsiteY96" fmla="*/ 1527678 h 1596499"/>
              <a:gd name="connsiteX97" fmla="*/ 1671119 w 9662615"/>
              <a:gd name="connsiteY97" fmla="*/ 1536701 h 1596499"/>
              <a:gd name="connsiteX98" fmla="*/ 1601337 w 9662615"/>
              <a:gd name="connsiteY98" fmla="*/ 1548552 h 1596499"/>
              <a:gd name="connsiteX99" fmla="*/ 1407755 w 9662615"/>
              <a:gd name="connsiteY99" fmla="*/ 1571444 h 1596499"/>
              <a:gd name="connsiteX100" fmla="*/ 1271994 w 9662615"/>
              <a:gd name="connsiteY100" fmla="*/ 1579471 h 1596499"/>
              <a:gd name="connsiteX101" fmla="*/ 1249226 w 9662615"/>
              <a:gd name="connsiteY101" fmla="*/ 1583140 h 1596499"/>
              <a:gd name="connsiteX102" fmla="*/ 1217719 w 9662615"/>
              <a:gd name="connsiteY102" fmla="*/ 1580863 h 1596499"/>
              <a:gd name="connsiteX103" fmla="*/ 1091432 w 9662615"/>
              <a:gd name="connsiteY103" fmla="*/ 1571003 h 1596499"/>
              <a:gd name="connsiteX104" fmla="*/ 992039 w 9662615"/>
              <a:gd name="connsiteY104" fmla="*/ 1556662 h 1596499"/>
              <a:gd name="connsiteX105" fmla="*/ 868264 w 9662615"/>
              <a:gd name="connsiteY105" fmla="*/ 1566392 h 1596499"/>
              <a:gd name="connsiteX106" fmla="*/ 792765 w 9662615"/>
              <a:gd name="connsiteY106" fmla="*/ 1563102 h 1596499"/>
              <a:gd name="connsiteX107" fmla="*/ 669055 w 9662615"/>
              <a:gd name="connsiteY107" fmla="*/ 1543638 h 1596499"/>
              <a:gd name="connsiteX108" fmla="*/ 506152 w 9662615"/>
              <a:gd name="connsiteY108" fmla="*/ 1549124 h 1596499"/>
              <a:gd name="connsiteX109" fmla="*/ 472797 w 9662615"/>
              <a:gd name="connsiteY109" fmla="*/ 1568904 h 1596499"/>
              <a:gd name="connsiteX110" fmla="*/ 427864 w 9662615"/>
              <a:gd name="connsiteY110" fmla="*/ 1580848 h 1596499"/>
              <a:gd name="connsiteX111" fmla="*/ 408381 w 9662615"/>
              <a:gd name="connsiteY111" fmla="*/ 1552940 h 1596499"/>
              <a:gd name="connsiteX112" fmla="*/ 267163 w 9662615"/>
              <a:gd name="connsiteY112" fmla="*/ 1531913 h 1596499"/>
              <a:gd name="connsiteX113" fmla="*/ 196644 w 9662615"/>
              <a:gd name="connsiteY113" fmla="*/ 1524565 h 1596499"/>
              <a:gd name="connsiteX114" fmla="*/ 86819 w 9662615"/>
              <a:gd name="connsiteY114" fmla="*/ 1519517 h 1596499"/>
              <a:gd name="connsiteX115" fmla="*/ 53369 w 9662615"/>
              <a:gd name="connsiteY115" fmla="*/ 1516853 h 1596499"/>
              <a:gd name="connsiteX116" fmla="*/ 2359 w 9662615"/>
              <a:gd name="connsiteY116" fmla="*/ 1515247 h 1596499"/>
              <a:gd name="connsiteX117" fmla="*/ 0 w 9662615"/>
              <a:gd name="connsiteY117" fmla="*/ 1514932 h 1596499"/>
              <a:gd name="connsiteX118" fmla="*/ 0 w 9662615"/>
              <a:gd name="connsiteY118" fmla="*/ 0 h 1596499"/>
              <a:gd name="connsiteX0" fmla="*/ 0 w 9662615"/>
              <a:gd name="connsiteY0" fmla="*/ 0 h 1600474"/>
              <a:gd name="connsiteX1" fmla="*/ 9662615 w 9662615"/>
              <a:gd name="connsiteY1" fmla="*/ 0 h 1600474"/>
              <a:gd name="connsiteX2" fmla="*/ 9662615 w 9662615"/>
              <a:gd name="connsiteY2" fmla="*/ 1280346 h 1600474"/>
              <a:gd name="connsiteX3" fmla="*/ 9658420 w 9662615"/>
              <a:gd name="connsiteY3" fmla="*/ 1280106 h 1600474"/>
              <a:gd name="connsiteX4" fmla="*/ 9469546 w 9662615"/>
              <a:gd name="connsiteY4" fmla="*/ 1289837 h 1600474"/>
              <a:gd name="connsiteX5" fmla="*/ 9385895 w 9662615"/>
              <a:gd name="connsiteY5" fmla="*/ 1269203 h 1600474"/>
              <a:gd name="connsiteX6" fmla="*/ 9144767 w 9662615"/>
              <a:gd name="connsiteY6" fmla="*/ 1264120 h 1600474"/>
              <a:gd name="connsiteX7" fmla="*/ 8837252 w 9662615"/>
              <a:gd name="connsiteY7" fmla="*/ 1350515 h 1600474"/>
              <a:gd name="connsiteX8" fmla="*/ 8705466 w 9662615"/>
              <a:gd name="connsiteY8" fmla="*/ 1342419 h 1600474"/>
              <a:gd name="connsiteX9" fmla="*/ 8652221 w 9662615"/>
              <a:gd name="connsiteY9" fmla="*/ 1326906 h 1600474"/>
              <a:gd name="connsiteX10" fmla="*/ 8632312 w 9662615"/>
              <a:gd name="connsiteY10" fmla="*/ 1326025 h 1600474"/>
              <a:gd name="connsiteX11" fmla="*/ 8591582 w 9662615"/>
              <a:gd name="connsiteY11" fmla="*/ 1341666 h 1600474"/>
              <a:gd name="connsiteX12" fmla="*/ 8537336 w 9662615"/>
              <a:gd name="connsiteY12" fmla="*/ 1341684 h 1600474"/>
              <a:gd name="connsiteX13" fmla="*/ 8472508 w 9662615"/>
              <a:gd name="connsiteY13" fmla="*/ 1363109 h 1600474"/>
              <a:gd name="connsiteX14" fmla="*/ 8258477 w 9662615"/>
              <a:gd name="connsiteY14" fmla="*/ 1370666 h 1600474"/>
              <a:gd name="connsiteX15" fmla="*/ 8197961 w 9662615"/>
              <a:gd name="connsiteY15" fmla="*/ 1392804 h 1600474"/>
              <a:gd name="connsiteX16" fmla="*/ 8171196 w 9662615"/>
              <a:gd name="connsiteY16" fmla="*/ 1397216 h 1600474"/>
              <a:gd name="connsiteX17" fmla="*/ 8127667 w 9662615"/>
              <a:gd name="connsiteY17" fmla="*/ 1418254 h 1600474"/>
              <a:gd name="connsiteX18" fmla="*/ 7974579 w 9662615"/>
              <a:gd name="connsiteY18" fmla="*/ 1383439 h 1600474"/>
              <a:gd name="connsiteX19" fmla="*/ 7768351 w 9662615"/>
              <a:gd name="connsiteY19" fmla="*/ 1395051 h 1600474"/>
              <a:gd name="connsiteX20" fmla="*/ 7635985 w 9662615"/>
              <a:gd name="connsiteY20" fmla="*/ 1386363 h 1600474"/>
              <a:gd name="connsiteX21" fmla="*/ 7466069 w 9662615"/>
              <a:gd name="connsiteY21" fmla="*/ 1377654 h 1600474"/>
              <a:gd name="connsiteX22" fmla="*/ 7355642 w 9662615"/>
              <a:gd name="connsiteY22" fmla="*/ 1407761 h 1600474"/>
              <a:gd name="connsiteX23" fmla="*/ 7151610 w 9662615"/>
              <a:gd name="connsiteY23" fmla="*/ 1397856 h 1600474"/>
              <a:gd name="connsiteX24" fmla="*/ 7082147 w 9662615"/>
              <a:gd name="connsiteY24" fmla="*/ 1406113 h 1600474"/>
              <a:gd name="connsiteX25" fmla="*/ 7014958 w 9662615"/>
              <a:gd name="connsiteY25" fmla="*/ 1396883 h 1600474"/>
              <a:gd name="connsiteX26" fmla="*/ 6907567 w 9662615"/>
              <a:gd name="connsiteY26" fmla="*/ 1419149 h 1600474"/>
              <a:gd name="connsiteX27" fmla="*/ 6748428 w 9662615"/>
              <a:gd name="connsiteY27" fmla="*/ 1420308 h 1600474"/>
              <a:gd name="connsiteX28" fmla="*/ 6654257 w 9662615"/>
              <a:gd name="connsiteY28" fmla="*/ 1424143 h 1600474"/>
              <a:gd name="connsiteX29" fmla="*/ 6620123 w 9662615"/>
              <a:gd name="connsiteY29" fmla="*/ 1430535 h 1600474"/>
              <a:gd name="connsiteX30" fmla="*/ 6571355 w 9662615"/>
              <a:gd name="connsiteY30" fmla="*/ 1436144 h 1600474"/>
              <a:gd name="connsiteX31" fmla="*/ 6486557 w 9662615"/>
              <a:gd name="connsiteY31" fmla="*/ 1449861 h 1600474"/>
              <a:gd name="connsiteX32" fmla="*/ 6370419 w 9662615"/>
              <a:gd name="connsiteY32" fmla="*/ 1461649 h 1600474"/>
              <a:gd name="connsiteX33" fmla="*/ 6278839 w 9662615"/>
              <a:gd name="connsiteY33" fmla="*/ 1449160 h 1600474"/>
              <a:gd name="connsiteX34" fmla="*/ 6272455 w 9662615"/>
              <a:gd name="connsiteY34" fmla="*/ 1453191 h 1600474"/>
              <a:gd name="connsiteX35" fmla="*/ 6212659 w 9662615"/>
              <a:gd name="connsiteY35" fmla="*/ 1454850 h 1600474"/>
              <a:gd name="connsiteX36" fmla="*/ 6069317 w 9662615"/>
              <a:gd name="connsiteY36" fmla="*/ 1445838 h 1600474"/>
              <a:gd name="connsiteX37" fmla="*/ 5878477 w 9662615"/>
              <a:gd name="connsiteY37" fmla="*/ 1439180 h 1600474"/>
              <a:gd name="connsiteX38" fmla="*/ 5838387 w 9662615"/>
              <a:gd name="connsiteY38" fmla="*/ 1444679 h 1600474"/>
              <a:gd name="connsiteX39" fmla="*/ 5771136 w 9662615"/>
              <a:gd name="connsiteY39" fmla="*/ 1453639 h 1600474"/>
              <a:gd name="connsiteX40" fmla="*/ 5724081 w 9662615"/>
              <a:gd name="connsiteY40" fmla="*/ 1470431 h 1600474"/>
              <a:gd name="connsiteX41" fmla="*/ 5666577 w 9662615"/>
              <a:gd name="connsiteY41" fmla="*/ 1473921 h 1600474"/>
              <a:gd name="connsiteX42" fmla="*/ 5649068 w 9662615"/>
              <a:gd name="connsiteY42" fmla="*/ 1461676 h 1600474"/>
              <a:gd name="connsiteX43" fmla="*/ 5588902 w 9662615"/>
              <a:gd name="connsiteY43" fmla="*/ 1469647 h 1600474"/>
              <a:gd name="connsiteX44" fmla="*/ 5498090 w 9662615"/>
              <a:gd name="connsiteY44" fmla="*/ 1483173 h 1600474"/>
              <a:gd name="connsiteX45" fmla="*/ 5444641 w 9662615"/>
              <a:gd name="connsiteY45" fmla="*/ 1487602 h 1600474"/>
              <a:gd name="connsiteX46" fmla="*/ 5299812 w 9662615"/>
              <a:gd name="connsiteY46" fmla="*/ 1503362 h 1600474"/>
              <a:gd name="connsiteX47" fmla="*/ 5213947 w 9662615"/>
              <a:gd name="connsiteY47" fmla="*/ 1516637 h 1600474"/>
              <a:gd name="connsiteX48" fmla="*/ 5090342 w 9662615"/>
              <a:gd name="connsiteY48" fmla="*/ 1546680 h 1600474"/>
              <a:gd name="connsiteX49" fmla="*/ 5129812 w 9662615"/>
              <a:gd name="connsiteY49" fmla="*/ 1521277 h 1600474"/>
              <a:gd name="connsiteX50" fmla="*/ 5059484 w 9662615"/>
              <a:gd name="connsiteY50" fmla="*/ 1546802 h 1600474"/>
              <a:gd name="connsiteX51" fmla="*/ 5038524 w 9662615"/>
              <a:gd name="connsiteY51" fmla="*/ 1545675 h 1600474"/>
              <a:gd name="connsiteX52" fmla="*/ 5026564 w 9662615"/>
              <a:gd name="connsiteY52" fmla="*/ 1545376 h 1600474"/>
              <a:gd name="connsiteX53" fmla="*/ 4969433 w 9662615"/>
              <a:gd name="connsiteY53" fmla="*/ 1550865 h 1600474"/>
              <a:gd name="connsiteX54" fmla="*/ 4929254 w 9662615"/>
              <a:gd name="connsiteY54" fmla="*/ 1563452 h 1600474"/>
              <a:gd name="connsiteX55" fmla="*/ 4871726 w 9662615"/>
              <a:gd name="connsiteY55" fmla="*/ 1570584 h 1600474"/>
              <a:gd name="connsiteX56" fmla="*/ 4843267 w 9662615"/>
              <a:gd name="connsiteY56" fmla="*/ 1561459 h 1600474"/>
              <a:gd name="connsiteX57" fmla="*/ 4821058 w 9662615"/>
              <a:gd name="connsiteY57" fmla="*/ 1553078 h 1600474"/>
              <a:gd name="connsiteX58" fmla="*/ 4791466 w 9662615"/>
              <a:gd name="connsiteY58" fmla="*/ 1561324 h 1600474"/>
              <a:gd name="connsiteX59" fmla="*/ 4784247 w 9662615"/>
              <a:gd name="connsiteY59" fmla="*/ 1562342 h 1600474"/>
              <a:gd name="connsiteX60" fmla="*/ 4739309 w 9662615"/>
              <a:gd name="connsiteY60" fmla="*/ 1553948 h 1600474"/>
              <a:gd name="connsiteX61" fmla="*/ 4697562 w 9662615"/>
              <a:gd name="connsiteY61" fmla="*/ 1551206 h 1600474"/>
              <a:gd name="connsiteX62" fmla="*/ 4650737 w 9662615"/>
              <a:gd name="connsiteY62" fmla="*/ 1537381 h 1600474"/>
              <a:gd name="connsiteX63" fmla="*/ 4583150 w 9662615"/>
              <a:gd name="connsiteY63" fmla="*/ 1529064 h 1600474"/>
              <a:gd name="connsiteX64" fmla="*/ 4521734 w 9662615"/>
              <a:gd name="connsiteY64" fmla="*/ 1529359 h 1600474"/>
              <a:gd name="connsiteX65" fmla="*/ 4382398 w 9662615"/>
              <a:gd name="connsiteY65" fmla="*/ 1534108 h 1600474"/>
              <a:gd name="connsiteX66" fmla="*/ 4221826 w 9662615"/>
              <a:gd name="connsiteY66" fmla="*/ 1500972 h 1600474"/>
              <a:gd name="connsiteX67" fmla="*/ 4096601 w 9662615"/>
              <a:gd name="connsiteY67" fmla="*/ 1521563 h 1600474"/>
              <a:gd name="connsiteX68" fmla="*/ 4046172 w 9662615"/>
              <a:gd name="connsiteY68" fmla="*/ 1600474 h 1600474"/>
              <a:gd name="connsiteX69" fmla="*/ 3833906 w 9662615"/>
              <a:gd name="connsiteY69" fmla="*/ 1516637 h 1600474"/>
              <a:gd name="connsiteX70" fmla="*/ 3696258 w 9662615"/>
              <a:gd name="connsiteY70" fmla="*/ 1537563 h 1600474"/>
              <a:gd name="connsiteX71" fmla="*/ 3594070 w 9662615"/>
              <a:gd name="connsiteY71" fmla="*/ 1509422 h 1600474"/>
              <a:gd name="connsiteX72" fmla="*/ 3565233 w 9662615"/>
              <a:gd name="connsiteY72" fmla="*/ 1515122 h 1600474"/>
              <a:gd name="connsiteX73" fmla="*/ 3560267 w 9662615"/>
              <a:gd name="connsiteY73" fmla="*/ 1516288 h 1600474"/>
              <a:gd name="connsiteX74" fmla="*/ 3540258 w 9662615"/>
              <a:gd name="connsiteY74" fmla="*/ 1516976 h 1600474"/>
              <a:gd name="connsiteX75" fmla="*/ 3534780 w 9662615"/>
              <a:gd name="connsiteY75" fmla="*/ 1522141 h 1600474"/>
              <a:gd name="connsiteX76" fmla="*/ 3504783 w 9662615"/>
              <a:gd name="connsiteY76" fmla="*/ 1526739 h 1600474"/>
              <a:gd name="connsiteX77" fmla="*/ 3430805 w 9662615"/>
              <a:gd name="connsiteY77" fmla="*/ 1542521 h 1600474"/>
              <a:gd name="connsiteX78" fmla="*/ 3292707 w 9662615"/>
              <a:gd name="connsiteY78" fmla="*/ 1520490 h 1600474"/>
              <a:gd name="connsiteX79" fmla="*/ 3187872 w 9662615"/>
              <a:gd name="connsiteY79" fmla="*/ 1519991 h 1600474"/>
              <a:gd name="connsiteX80" fmla="*/ 3148026 w 9662615"/>
              <a:gd name="connsiteY80" fmla="*/ 1524777 h 1600474"/>
              <a:gd name="connsiteX81" fmla="*/ 3092394 w 9662615"/>
              <a:gd name="connsiteY81" fmla="*/ 1528115 h 1600474"/>
              <a:gd name="connsiteX82" fmla="*/ 2994200 w 9662615"/>
              <a:gd name="connsiteY82" fmla="*/ 1537857 h 1600474"/>
              <a:gd name="connsiteX83" fmla="*/ 2862301 w 9662615"/>
              <a:gd name="connsiteY83" fmla="*/ 1544250 h 1600474"/>
              <a:gd name="connsiteX84" fmla="*/ 2766335 w 9662615"/>
              <a:gd name="connsiteY84" fmla="*/ 1527662 h 1600474"/>
              <a:gd name="connsiteX85" fmla="*/ 2757836 w 9662615"/>
              <a:gd name="connsiteY85" fmla="*/ 1531371 h 1600474"/>
              <a:gd name="connsiteX86" fmla="*/ 2691555 w 9662615"/>
              <a:gd name="connsiteY86" fmla="*/ 1530283 h 1600474"/>
              <a:gd name="connsiteX87" fmla="*/ 2491676 w 9662615"/>
              <a:gd name="connsiteY87" fmla="*/ 1500859 h 1600474"/>
              <a:gd name="connsiteX88" fmla="*/ 2378036 w 9662615"/>
              <a:gd name="connsiteY88" fmla="*/ 1520645 h 1600474"/>
              <a:gd name="connsiteX89" fmla="*/ 2284269 w 9662615"/>
              <a:gd name="connsiteY89" fmla="*/ 1503068 h 1600474"/>
              <a:gd name="connsiteX90" fmla="*/ 2207104 w 9662615"/>
              <a:gd name="connsiteY90" fmla="*/ 1508888 h 1600474"/>
              <a:gd name="connsiteX91" fmla="*/ 2149226 w 9662615"/>
              <a:gd name="connsiteY91" fmla="*/ 1523409 h 1600474"/>
              <a:gd name="connsiteX92" fmla="*/ 2084783 w 9662615"/>
              <a:gd name="connsiteY92" fmla="*/ 1524245 h 1600474"/>
              <a:gd name="connsiteX93" fmla="*/ 2070075 w 9662615"/>
              <a:gd name="connsiteY93" fmla="*/ 1511285 h 1600474"/>
              <a:gd name="connsiteX94" fmla="*/ 2001057 w 9662615"/>
              <a:gd name="connsiteY94" fmla="*/ 1516449 h 1600474"/>
              <a:gd name="connsiteX95" fmla="*/ 1896330 w 9662615"/>
              <a:gd name="connsiteY95" fmla="*/ 1525725 h 1600474"/>
              <a:gd name="connsiteX96" fmla="*/ 1835994 w 9662615"/>
              <a:gd name="connsiteY96" fmla="*/ 1527678 h 1600474"/>
              <a:gd name="connsiteX97" fmla="*/ 1671119 w 9662615"/>
              <a:gd name="connsiteY97" fmla="*/ 1536701 h 1600474"/>
              <a:gd name="connsiteX98" fmla="*/ 1601337 w 9662615"/>
              <a:gd name="connsiteY98" fmla="*/ 1548552 h 1600474"/>
              <a:gd name="connsiteX99" fmla="*/ 1407755 w 9662615"/>
              <a:gd name="connsiteY99" fmla="*/ 1571444 h 1600474"/>
              <a:gd name="connsiteX100" fmla="*/ 1271994 w 9662615"/>
              <a:gd name="connsiteY100" fmla="*/ 1579471 h 1600474"/>
              <a:gd name="connsiteX101" fmla="*/ 1249226 w 9662615"/>
              <a:gd name="connsiteY101" fmla="*/ 1583140 h 1600474"/>
              <a:gd name="connsiteX102" fmla="*/ 1217719 w 9662615"/>
              <a:gd name="connsiteY102" fmla="*/ 1580863 h 1600474"/>
              <a:gd name="connsiteX103" fmla="*/ 1091432 w 9662615"/>
              <a:gd name="connsiteY103" fmla="*/ 1571003 h 1600474"/>
              <a:gd name="connsiteX104" fmla="*/ 992039 w 9662615"/>
              <a:gd name="connsiteY104" fmla="*/ 1556662 h 1600474"/>
              <a:gd name="connsiteX105" fmla="*/ 868264 w 9662615"/>
              <a:gd name="connsiteY105" fmla="*/ 1566392 h 1600474"/>
              <a:gd name="connsiteX106" fmla="*/ 792765 w 9662615"/>
              <a:gd name="connsiteY106" fmla="*/ 1563102 h 1600474"/>
              <a:gd name="connsiteX107" fmla="*/ 669055 w 9662615"/>
              <a:gd name="connsiteY107" fmla="*/ 1543638 h 1600474"/>
              <a:gd name="connsiteX108" fmla="*/ 506152 w 9662615"/>
              <a:gd name="connsiteY108" fmla="*/ 1549124 h 1600474"/>
              <a:gd name="connsiteX109" fmla="*/ 472797 w 9662615"/>
              <a:gd name="connsiteY109" fmla="*/ 1568904 h 1600474"/>
              <a:gd name="connsiteX110" fmla="*/ 427864 w 9662615"/>
              <a:gd name="connsiteY110" fmla="*/ 1580848 h 1600474"/>
              <a:gd name="connsiteX111" fmla="*/ 408381 w 9662615"/>
              <a:gd name="connsiteY111" fmla="*/ 1552940 h 1600474"/>
              <a:gd name="connsiteX112" fmla="*/ 267163 w 9662615"/>
              <a:gd name="connsiteY112" fmla="*/ 1531913 h 1600474"/>
              <a:gd name="connsiteX113" fmla="*/ 196644 w 9662615"/>
              <a:gd name="connsiteY113" fmla="*/ 1524565 h 1600474"/>
              <a:gd name="connsiteX114" fmla="*/ 86819 w 9662615"/>
              <a:gd name="connsiteY114" fmla="*/ 1519517 h 1600474"/>
              <a:gd name="connsiteX115" fmla="*/ 53369 w 9662615"/>
              <a:gd name="connsiteY115" fmla="*/ 1516853 h 1600474"/>
              <a:gd name="connsiteX116" fmla="*/ 2359 w 9662615"/>
              <a:gd name="connsiteY116" fmla="*/ 1515247 h 1600474"/>
              <a:gd name="connsiteX117" fmla="*/ 0 w 9662615"/>
              <a:gd name="connsiteY117" fmla="*/ 1514932 h 1600474"/>
              <a:gd name="connsiteX118" fmla="*/ 0 w 9662615"/>
              <a:gd name="connsiteY118" fmla="*/ 0 h 1600474"/>
              <a:gd name="connsiteX0" fmla="*/ 0 w 9662615"/>
              <a:gd name="connsiteY0" fmla="*/ 0 h 1679987"/>
              <a:gd name="connsiteX1" fmla="*/ 9662615 w 9662615"/>
              <a:gd name="connsiteY1" fmla="*/ 0 h 1679987"/>
              <a:gd name="connsiteX2" fmla="*/ 9662615 w 9662615"/>
              <a:gd name="connsiteY2" fmla="*/ 1280346 h 1679987"/>
              <a:gd name="connsiteX3" fmla="*/ 9658420 w 9662615"/>
              <a:gd name="connsiteY3" fmla="*/ 1280106 h 1679987"/>
              <a:gd name="connsiteX4" fmla="*/ 9469546 w 9662615"/>
              <a:gd name="connsiteY4" fmla="*/ 1289837 h 1679987"/>
              <a:gd name="connsiteX5" fmla="*/ 9385895 w 9662615"/>
              <a:gd name="connsiteY5" fmla="*/ 1269203 h 1679987"/>
              <a:gd name="connsiteX6" fmla="*/ 9144767 w 9662615"/>
              <a:gd name="connsiteY6" fmla="*/ 1264120 h 1679987"/>
              <a:gd name="connsiteX7" fmla="*/ 8837252 w 9662615"/>
              <a:gd name="connsiteY7" fmla="*/ 1350515 h 1679987"/>
              <a:gd name="connsiteX8" fmla="*/ 8705466 w 9662615"/>
              <a:gd name="connsiteY8" fmla="*/ 1342419 h 1679987"/>
              <a:gd name="connsiteX9" fmla="*/ 8652221 w 9662615"/>
              <a:gd name="connsiteY9" fmla="*/ 1326906 h 1679987"/>
              <a:gd name="connsiteX10" fmla="*/ 8632312 w 9662615"/>
              <a:gd name="connsiteY10" fmla="*/ 1326025 h 1679987"/>
              <a:gd name="connsiteX11" fmla="*/ 8591582 w 9662615"/>
              <a:gd name="connsiteY11" fmla="*/ 1341666 h 1679987"/>
              <a:gd name="connsiteX12" fmla="*/ 8537336 w 9662615"/>
              <a:gd name="connsiteY12" fmla="*/ 1341684 h 1679987"/>
              <a:gd name="connsiteX13" fmla="*/ 8472508 w 9662615"/>
              <a:gd name="connsiteY13" fmla="*/ 1363109 h 1679987"/>
              <a:gd name="connsiteX14" fmla="*/ 8258477 w 9662615"/>
              <a:gd name="connsiteY14" fmla="*/ 1370666 h 1679987"/>
              <a:gd name="connsiteX15" fmla="*/ 8197961 w 9662615"/>
              <a:gd name="connsiteY15" fmla="*/ 1392804 h 1679987"/>
              <a:gd name="connsiteX16" fmla="*/ 8171196 w 9662615"/>
              <a:gd name="connsiteY16" fmla="*/ 1397216 h 1679987"/>
              <a:gd name="connsiteX17" fmla="*/ 8127667 w 9662615"/>
              <a:gd name="connsiteY17" fmla="*/ 1418254 h 1679987"/>
              <a:gd name="connsiteX18" fmla="*/ 7974579 w 9662615"/>
              <a:gd name="connsiteY18" fmla="*/ 1383439 h 1679987"/>
              <a:gd name="connsiteX19" fmla="*/ 7768351 w 9662615"/>
              <a:gd name="connsiteY19" fmla="*/ 1395051 h 1679987"/>
              <a:gd name="connsiteX20" fmla="*/ 7635985 w 9662615"/>
              <a:gd name="connsiteY20" fmla="*/ 1386363 h 1679987"/>
              <a:gd name="connsiteX21" fmla="*/ 7466069 w 9662615"/>
              <a:gd name="connsiteY21" fmla="*/ 1377654 h 1679987"/>
              <a:gd name="connsiteX22" fmla="*/ 7355642 w 9662615"/>
              <a:gd name="connsiteY22" fmla="*/ 1407761 h 1679987"/>
              <a:gd name="connsiteX23" fmla="*/ 7151610 w 9662615"/>
              <a:gd name="connsiteY23" fmla="*/ 1397856 h 1679987"/>
              <a:gd name="connsiteX24" fmla="*/ 7082147 w 9662615"/>
              <a:gd name="connsiteY24" fmla="*/ 1406113 h 1679987"/>
              <a:gd name="connsiteX25" fmla="*/ 7014958 w 9662615"/>
              <a:gd name="connsiteY25" fmla="*/ 1396883 h 1679987"/>
              <a:gd name="connsiteX26" fmla="*/ 6907567 w 9662615"/>
              <a:gd name="connsiteY26" fmla="*/ 1419149 h 1679987"/>
              <a:gd name="connsiteX27" fmla="*/ 6748428 w 9662615"/>
              <a:gd name="connsiteY27" fmla="*/ 1420308 h 1679987"/>
              <a:gd name="connsiteX28" fmla="*/ 6654257 w 9662615"/>
              <a:gd name="connsiteY28" fmla="*/ 1424143 h 1679987"/>
              <a:gd name="connsiteX29" fmla="*/ 6620123 w 9662615"/>
              <a:gd name="connsiteY29" fmla="*/ 1430535 h 1679987"/>
              <a:gd name="connsiteX30" fmla="*/ 6571355 w 9662615"/>
              <a:gd name="connsiteY30" fmla="*/ 1436144 h 1679987"/>
              <a:gd name="connsiteX31" fmla="*/ 6486557 w 9662615"/>
              <a:gd name="connsiteY31" fmla="*/ 1449861 h 1679987"/>
              <a:gd name="connsiteX32" fmla="*/ 6370419 w 9662615"/>
              <a:gd name="connsiteY32" fmla="*/ 1461649 h 1679987"/>
              <a:gd name="connsiteX33" fmla="*/ 6278839 w 9662615"/>
              <a:gd name="connsiteY33" fmla="*/ 1449160 h 1679987"/>
              <a:gd name="connsiteX34" fmla="*/ 6272455 w 9662615"/>
              <a:gd name="connsiteY34" fmla="*/ 1453191 h 1679987"/>
              <a:gd name="connsiteX35" fmla="*/ 6212659 w 9662615"/>
              <a:gd name="connsiteY35" fmla="*/ 1454850 h 1679987"/>
              <a:gd name="connsiteX36" fmla="*/ 6069317 w 9662615"/>
              <a:gd name="connsiteY36" fmla="*/ 1445838 h 1679987"/>
              <a:gd name="connsiteX37" fmla="*/ 5878477 w 9662615"/>
              <a:gd name="connsiteY37" fmla="*/ 1439180 h 1679987"/>
              <a:gd name="connsiteX38" fmla="*/ 5838387 w 9662615"/>
              <a:gd name="connsiteY38" fmla="*/ 1444679 h 1679987"/>
              <a:gd name="connsiteX39" fmla="*/ 5771136 w 9662615"/>
              <a:gd name="connsiteY39" fmla="*/ 1453639 h 1679987"/>
              <a:gd name="connsiteX40" fmla="*/ 5724081 w 9662615"/>
              <a:gd name="connsiteY40" fmla="*/ 1470431 h 1679987"/>
              <a:gd name="connsiteX41" fmla="*/ 5666577 w 9662615"/>
              <a:gd name="connsiteY41" fmla="*/ 1473921 h 1679987"/>
              <a:gd name="connsiteX42" fmla="*/ 5649068 w 9662615"/>
              <a:gd name="connsiteY42" fmla="*/ 1461676 h 1679987"/>
              <a:gd name="connsiteX43" fmla="*/ 5588902 w 9662615"/>
              <a:gd name="connsiteY43" fmla="*/ 1469647 h 1679987"/>
              <a:gd name="connsiteX44" fmla="*/ 5498090 w 9662615"/>
              <a:gd name="connsiteY44" fmla="*/ 1483173 h 1679987"/>
              <a:gd name="connsiteX45" fmla="*/ 5444641 w 9662615"/>
              <a:gd name="connsiteY45" fmla="*/ 1487602 h 1679987"/>
              <a:gd name="connsiteX46" fmla="*/ 5299812 w 9662615"/>
              <a:gd name="connsiteY46" fmla="*/ 1503362 h 1679987"/>
              <a:gd name="connsiteX47" fmla="*/ 5213947 w 9662615"/>
              <a:gd name="connsiteY47" fmla="*/ 1516637 h 1679987"/>
              <a:gd name="connsiteX48" fmla="*/ 5090342 w 9662615"/>
              <a:gd name="connsiteY48" fmla="*/ 1546680 h 1679987"/>
              <a:gd name="connsiteX49" fmla="*/ 5129812 w 9662615"/>
              <a:gd name="connsiteY49" fmla="*/ 1521277 h 1679987"/>
              <a:gd name="connsiteX50" fmla="*/ 5059484 w 9662615"/>
              <a:gd name="connsiteY50" fmla="*/ 1546802 h 1679987"/>
              <a:gd name="connsiteX51" fmla="*/ 5038524 w 9662615"/>
              <a:gd name="connsiteY51" fmla="*/ 1545675 h 1679987"/>
              <a:gd name="connsiteX52" fmla="*/ 5026564 w 9662615"/>
              <a:gd name="connsiteY52" fmla="*/ 1545376 h 1679987"/>
              <a:gd name="connsiteX53" fmla="*/ 4969433 w 9662615"/>
              <a:gd name="connsiteY53" fmla="*/ 1550865 h 1679987"/>
              <a:gd name="connsiteX54" fmla="*/ 4929254 w 9662615"/>
              <a:gd name="connsiteY54" fmla="*/ 1563452 h 1679987"/>
              <a:gd name="connsiteX55" fmla="*/ 4871726 w 9662615"/>
              <a:gd name="connsiteY55" fmla="*/ 1570584 h 1679987"/>
              <a:gd name="connsiteX56" fmla="*/ 4843267 w 9662615"/>
              <a:gd name="connsiteY56" fmla="*/ 1561459 h 1679987"/>
              <a:gd name="connsiteX57" fmla="*/ 4821058 w 9662615"/>
              <a:gd name="connsiteY57" fmla="*/ 1553078 h 1679987"/>
              <a:gd name="connsiteX58" fmla="*/ 4791466 w 9662615"/>
              <a:gd name="connsiteY58" fmla="*/ 1561324 h 1679987"/>
              <a:gd name="connsiteX59" fmla="*/ 4784247 w 9662615"/>
              <a:gd name="connsiteY59" fmla="*/ 1562342 h 1679987"/>
              <a:gd name="connsiteX60" fmla="*/ 4739309 w 9662615"/>
              <a:gd name="connsiteY60" fmla="*/ 1553948 h 1679987"/>
              <a:gd name="connsiteX61" fmla="*/ 4697562 w 9662615"/>
              <a:gd name="connsiteY61" fmla="*/ 1551206 h 1679987"/>
              <a:gd name="connsiteX62" fmla="*/ 4650737 w 9662615"/>
              <a:gd name="connsiteY62" fmla="*/ 1537381 h 1679987"/>
              <a:gd name="connsiteX63" fmla="*/ 4583150 w 9662615"/>
              <a:gd name="connsiteY63" fmla="*/ 1529064 h 1679987"/>
              <a:gd name="connsiteX64" fmla="*/ 4521734 w 9662615"/>
              <a:gd name="connsiteY64" fmla="*/ 1529359 h 1679987"/>
              <a:gd name="connsiteX65" fmla="*/ 4382398 w 9662615"/>
              <a:gd name="connsiteY65" fmla="*/ 1534108 h 1679987"/>
              <a:gd name="connsiteX66" fmla="*/ 4221826 w 9662615"/>
              <a:gd name="connsiteY66" fmla="*/ 1500972 h 1679987"/>
              <a:gd name="connsiteX67" fmla="*/ 4096601 w 9662615"/>
              <a:gd name="connsiteY67" fmla="*/ 1521563 h 1679987"/>
              <a:gd name="connsiteX68" fmla="*/ 3879195 w 9662615"/>
              <a:gd name="connsiteY68" fmla="*/ 1679987 h 1679987"/>
              <a:gd name="connsiteX69" fmla="*/ 3833906 w 9662615"/>
              <a:gd name="connsiteY69" fmla="*/ 1516637 h 1679987"/>
              <a:gd name="connsiteX70" fmla="*/ 3696258 w 9662615"/>
              <a:gd name="connsiteY70" fmla="*/ 1537563 h 1679987"/>
              <a:gd name="connsiteX71" fmla="*/ 3594070 w 9662615"/>
              <a:gd name="connsiteY71" fmla="*/ 1509422 h 1679987"/>
              <a:gd name="connsiteX72" fmla="*/ 3565233 w 9662615"/>
              <a:gd name="connsiteY72" fmla="*/ 1515122 h 1679987"/>
              <a:gd name="connsiteX73" fmla="*/ 3560267 w 9662615"/>
              <a:gd name="connsiteY73" fmla="*/ 1516288 h 1679987"/>
              <a:gd name="connsiteX74" fmla="*/ 3540258 w 9662615"/>
              <a:gd name="connsiteY74" fmla="*/ 1516976 h 1679987"/>
              <a:gd name="connsiteX75" fmla="*/ 3534780 w 9662615"/>
              <a:gd name="connsiteY75" fmla="*/ 1522141 h 1679987"/>
              <a:gd name="connsiteX76" fmla="*/ 3504783 w 9662615"/>
              <a:gd name="connsiteY76" fmla="*/ 1526739 h 1679987"/>
              <a:gd name="connsiteX77" fmla="*/ 3430805 w 9662615"/>
              <a:gd name="connsiteY77" fmla="*/ 1542521 h 1679987"/>
              <a:gd name="connsiteX78" fmla="*/ 3292707 w 9662615"/>
              <a:gd name="connsiteY78" fmla="*/ 1520490 h 1679987"/>
              <a:gd name="connsiteX79" fmla="*/ 3187872 w 9662615"/>
              <a:gd name="connsiteY79" fmla="*/ 1519991 h 1679987"/>
              <a:gd name="connsiteX80" fmla="*/ 3148026 w 9662615"/>
              <a:gd name="connsiteY80" fmla="*/ 1524777 h 1679987"/>
              <a:gd name="connsiteX81" fmla="*/ 3092394 w 9662615"/>
              <a:gd name="connsiteY81" fmla="*/ 1528115 h 1679987"/>
              <a:gd name="connsiteX82" fmla="*/ 2994200 w 9662615"/>
              <a:gd name="connsiteY82" fmla="*/ 1537857 h 1679987"/>
              <a:gd name="connsiteX83" fmla="*/ 2862301 w 9662615"/>
              <a:gd name="connsiteY83" fmla="*/ 1544250 h 1679987"/>
              <a:gd name="connsiteX84" fmla="*/ 2766335 w 9662615"/>
              <a:gd name="connsiteY84" fmla="*/ 1527662 h 1679987"/>
              <a:gd name="connsiteX85" fmla="*/ 2757836 w 9662615"/>
              <a:gd name="connsiteY85" fmla="*/ 1531371 h 1679987"/>
              <a:gd name="connsiteX86" fmla="*/ 2691555 w 9662615"/>
              <a:gd name="connsiteY86" fmla="*/ 1530283 h 1679987"/>
              <a:gd name="connsiteX87" fmla="*/ 2491676 w 9662615"/>
              <a:gd name="connsiteY87" fmla="*/ 1500859 h 1679987"/>
              <a:gd name="connsiteX88" fmla="*/ 2378036 w 9662615"/>
              <a:gd name="connsiteY88" fmla="*/ 1520645 h 1679987"/>
              <a:gd name="connsiteX89" fmla="*/ 2284269 w 9662615"/>
              <a:gd name="connsiteY89" fmla="*/ 1503068 h 1679987"/>
              <a:gd name="connsiteX90" fmla="*/ 2207104 w 9662615"/>
              <a:gd name="connsiteY90" fmla="*/ 1508888 h 1679987"/>
              <a:gd name="connsiteX91" fmla="*/ 2149226 w 9662615"/>
              <a:gd name="connsiteY91" fmla="*/ 1523409 h 1679987"/>
              <a:gd name="connsiteX92" fmla="*/ 2084783 w 9662615"/>
              <a:gd name="connsiteY92" fmla="*/ 1524245 h 1679987"/>
              <a:gd name="connsiteX93" fmla="*/ 2070075 w 9662615"/>
              <a:gd name="connsiteY93" fmla="*/ 1511285 h 1679987"/>
              <a:gd name="connsiteX94" fmla="*/ 2001057 w 9662615"/>
              <a:gd name="connsiteY94" fmla="*/ 1516449 h 1679987"/>
              <a:gd name="connsiteX95" fmla="*/ 1896330 w 9662615"/>
              <a:gd name="connsiteY95" fmla="*/ 1525725 h 1679987"/>
              <a:gd name="connsiteX96" fmla="*/ 1835994 w 9662615"/>
              <a:gd name="connsiteY96" fmla="*/ 1527678 h 1679987"/>
              <a:gd name="connsiteX97" fmla="*/ 1671119 w 9662615"/>
              <a:gd name="connsiteY97" fmla="*/ 1536701 h 1679987"/>
              <a:gd name="connsiteX98" fmla="*/ 1601337 w 9662615"/>
              <a:gd name="connsiteY98" fmla="*/ 1548552 h 1679987"/>
              <a:gd name="connsiteX99" fmla="*/ 1407755 w 9662615"/>
              <a:gd name="connsiteY99" fmla="*/ 1571444 h 1679987"/>
              <a:gd name="connsiteX100" fmla="*/ 1271994 w 9662615"/>
              <a:gd name="connsiteY100" fmla="*/ 1579471 h 1679987"/>
              <a:gd name="connsiteX101" fmla="*/ 1249226 w 9662615"/>
              <a:gd name="connsiteY101" fmla="*/ 1583140 h 1679987"/>
              <a:gd name="connsiteX102" fmla="*/ 1217719 w 9662615"/>
              <a:gd name="connsiteY102" fmla="*/ 1580863 h 1679987"/>
              <a:gd name="connsiteX103" fmla="*/ 1091432 w 9662615"/>
              <a:gd name="connsiteY103" fmla="*/ 1571003 h 1679987"/>
              <a:gd name="connsiteX104" fmla="*/ 992039 w 9662615"/>
              <a:gd name="connsiteY104" fmla="*/ 1556662 h 1679987"/>
              <a:gd name="connsiteX105" fmla="*/ 868264 w 9662615"/>
              <a:gd name="connsiteY105" fmla="*/ 1566392 h 1679987"/>
              <a:gd name="connsiteX106" fmla="*/ 792765 w 9662615"/>
              <a:gd name="connsiteY106" fmla="*/ 1563102 h 1679987"/>
              <a:gd name="connsiteX107" fmla="*/ 669055 w 9662615"/>
              <a:gd name="connsiteY107" fmla="*/ 1543638 h 1679987"/>
              <a:gd name="connsiteX108" fmla="*/ 506152 w 9662615"/>
              <a:gd name="connsiteY108" fmla="*/ 1549124 h 1679987"/>
              <a:gd name="connsiteX109" fmla="*/ 472797 w 9662615"/>
              <a:gd name="connsiteY109" fmla="*/ 1568904 h 1679987"/>
              <a:gd name="connsiteX110" fmla="*/ 427864 w 9662615"/>
              <a:gd name="connsiteY110" fmla="*/ 1580848 h 1679987"/>
              <a:gd name="connsiteX111" fmla="*/ 408381 w 9662615"/>
              <a:gd name="connsiteY111" fmla="*/ 1552940 h 1679987"/>
              <a:gd name="connsiteX112" fmla="*/ 267163 w 9662615"/>
              <a:gd name="connsiteY112" fmla="*/ 1531913 h 1679987"/>
              <a:gd name="connsiteX113" fmla="*/ 196644 w 9662615"/>
              <a:gd name="connsiteY113" fmla="*/ 1524565 h 1679987"/>
              <a:gd name="connsiteX114" fmla="*/ 86819 w 9662615"/>
              <a:gd name="connsiteY114" fmla="*/ 1519517 h 1679987"/>
              <a:gd name="connsiteX115" fmla="*/ 53369 w 9662615"/>
              <a:gd name="connsiteY115" fmla="*/ 1516853 h 1679987"/>
              <a:gd name="connsiteX116" fmla="*/ 2359 w 9662615"/>
              <a:gd name="connsiteY116" fmla="*/ 1515247 h 1679987"/>
              <a:gd name="connsiteX117" fmla="*/ 0 w 9662615"/>
              <a:gd name="connsiteY117" fmla="*/ 1514932 h 1679987"/>
              <a:gd name="connsiteX118" fmla="*/ 0 w 9662615"/>
              <a:gd name="connsiteY118" fmla="*/ 0 h 1679987"/>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723719"/>
              <a:gd name="connsiteX1" fmla="*/ 9662615 w 9662615"/>
              <a:gd name="connsiteY1" fmla="*/ 0 h 1723719"/>
              <a:gd name="connsiteX2" fmla="*/ 9662615 w 9662615"/>
              <a:gd name="connsiteY2" fmla="*/ 1280346 h 1723719"/>
              <a:gd name="connsiteX3" fmla="*/ 9658420 w 9662615"/>
              <a:gd name="connsiteY3" fmla="*/ 1280106 h 1723719"/>
              <a:gd name="connsiteX4" fmla="*/ 9469546 w 9662615"/>
              <a:gd name="connsiteY4" fmla="*/ 1289837 h 1723719"/>
              <a:gd name="connsiteX5" fmla="*/ 9385895 w 9662615"/>
              <a:gd name="connsiteY5" fmla="*/ 1269203 h 1723719"/>
              <a:gd name="connsiteX6" fmla="*/ 9144767 w 9662615"/>
              <a:gd name="connsiteY6" fmla="*/ 1264120 h 1723719"/>
              <a:gd name="connsiteX7" fmla="*/ 8837252 w 9662615"/>
              <a:gd name="connsiteY7" fmla="*/ 1350515 h 1723719"/>
              <a:gd name="connsiteX8" fmla="*/ 8705466 w 9662615"/>
              <a:gd name="connsiteY8" fmla="*/ 1342419 h 1723719"/>
              <a:gd name="connsiteX9" fmla="*/ 8652221 w 9662615"/>
              <a:gd name="connsiteY9" fmla="*/ 1326906 h 1723719"/>
              <a:gd name="connsiteX10" fmla="*/ 8632312 w 9662615"/>
              <a:gd name="connsiteY10" fmla="*/ 1326025 h 1723719"/>
              <a:gd name="connsiteX11" fmla="*/ 8591582 w 9662615"/>
              <a:gd name="connsiteY11" fmla="*/ 1341666 h 1723719"/>
              <a:gd name="connsiteX12" fmla="*/ 8537336 w 9662615"/>
              <a:gd name="connsiteY12" fmla="*/ 1341684 h 1723719"/>
              <a:gd name="connsiteX13" fmla="*/ 8472508 w 9662615"/>
              <a:gd name="connsiteY13" fmla="*/ 1363109 h 1723719"/>
              <a:gd name="connsiteX14" fmla="*/ 8258477 w 9662615"/>
              <a:gd name="connsiteY14" fmla="*/ 1370666 h 1723719"/>
              <a:gd name="connsiteX15" fmla="*/ 8197961 w 9662615"/>
              <a:gd name="connsiteY15" fmla="*/ 1392804 h 1723719"/>
              <a:gd name="connsiteX16" fmla="*/ 8171196 w 9662615"/>
              <a:gd name="connsiteY16" fmla="*/ 1397216 h 1723719"/>
              <a:gd name="connsiteX17" fmla="*/ 8127667 w 9662615"/>
              <a:gd name="connsiteY17" fmla="*/ 1418254 h 1723719"/>
              <a:gd name="connsiteX18" fmla="*/ 7974579 w 9662615"/>
              <a:gd name="connsiteY18" fmla="*/ 1383439 h 1723719"/>
              <a:gd name="connsiteX19" fmla="*/ 7768351 w 9662615"/>
              <a:gd name="connsiteY19" fmla="*/ 1395051 h 1723719"/>
              <a:gd name="connsiteX20" fmla="*/ 7635985 w 9662615"/>
              <a:gd name="connsiteY20" fmla="*/ 1386363 h 1723719"/>
              <a:gd name="connsiteX21" fmla="*/ 7466069 w 9662615"/>
              <a:gd name="connsiteY21" fmla="*/ 1377654 h 1723719"/>
              <a:gd name="connsiteX22" fmla="*/ 7355642 w 9662615"/>
              <a:gd name="connsiteY22" fmla="*/ 1407761 h 1723719"/>
              <a:gd name="connsiteX23" fmla="*/ 7151610 w 9662615"/>
              <a:gd name="connsiteY23" fmla="*/ 1397856 h 1723719"/>
              <a:gd name="connsiteX24" fmla="*/ 7082147 w 9662615"/>
              <a:gd name="connsiteY24" fmla="*/ 1406113 h 1723719"/>
              <a:gd name="connsiteX25" fmla="*/ 7014958 w 9662615"/>
              <a:gd name="connsiteY25" fmla="*/ 1396883 h 1723719"/>
              <a:gd name="connsiteX26" fmla="*/ 6907567 w 9662615"/>
              <a:gd name="connsiteY26" fmla="*/ 1419149 h 1723719"/>
              <a:gd name="connsiteX27" fmla="*/ 6748428 w 9662615"/>
              <a:gd name="connsiteY27" fmla="*/ 1420308 h 1723719"/>
              <a:gd name="connsiteX28" fmla="*/ 6654257 w 9662615"/>
              <a:gd name="connsiteY28" fmla="*/ 1424143 h 1723719"/>
              <a:gd name="connsiteX29" fmla="*/ 6620123 w 9662615"/>
              <a:gd name="connsiteY29" fmla="*/ 1430535 h 1723719"/>
              <a:gd name="connsiteX30" fmla="*/ 6571355 w 9662615"/>
              <a:gd name="connsiteY30" fmla="*/ 1436144 h 1723719"/>
              <a:gd name="connsiteX31" fmla="*/ 6486557 w 9662615"/>
              <a:gd name="connsiteY31" fmla="*/ 1449861 h 1723719"/>
              <a:gd name="connsiteX32" fmla="*/ 6370419 w 9662615"/>
              <a:gd name="connsiteY32" fmla="*/ 1461649 h 1723719"/>
              <a:gd name="connsiteX33" fmla="*/ 6278839 w 9662615"/>
              <a:gd name="connsiteY33" fmla="*/ 1449160 h 1723719"/>
              <a:gd name="connsiteX34" fmla="*/ 6272455 w 9662615"/>
              <a:gd name="connsiteY34" fmla="*/ 1453191 h 1723719"/>
              <a:gd name="connsiteX35" fmla="*/ 6212659 w 9662615"/>
              <a:gd name="connsiteY35" fmla="*/ 1454850 h 1723719"/>
              <a:gd name="connsiteX36" fmla="*/ 6069317 w 9662615"/>
              <a:gd name="connsiteY36" fmla="*/ 1445838 h 1723719"/>
              <a:gd name="connsiteX37" fmla="*/ 5878477 w 9662615"/>
              <a:gd name="connsiteY37" fmla="*/ 1439180 h 1723719"/>
              <a:gd name="connsiteX38" fmla="*/ 5838387 w 9662615"/>
              <a:gd name="connsiteY38" fmla="*/ 1444679 h 1723719"/>
              <a:gd name="connsiteX39" fmla="*/ 5771136 w 9662615"/>
              <a:gd name="connsiteY39" fmla="*/ 1453639 h 1723719"/>
              <a:gd name="connsiteX40" fmla="*/ 5724081 w 9662615"/>
              <a:gd name="connsiteY40" fmla="*/ 1470431 h 1723719"/>
              <a:gd name="connsiteX41" fmla="*/ 5666577 w 9662615"/>
              <a:gd name="connsiteY41" fmla="*/ 1473921 h 1723719"/>
              <a:gd name="connsiteX42" fmla="*/ 5649068 w 9662615"/>
              <a:gd name="connsiteY42" fmla="*/ 1461676 h 1723719"/>
              <a:gd name="connsiteX43" fmla="*/ 5588902 w 9662615"/>
              <a:gd name="connsiteY43" fmla="*/ 1469647 h 1723719"/>
              <a:gd name="connsiteX44" fmla="*/ 5498090 w 9662615"/>
              <a:gd name="connsiteY44" fmla="*/ 1483173 h 1723719"/>
              <a:gd name="connsiteX45" fmla="*/ 5444641 w 9662615"/>
              <a:gd name="connsiteY45" fmla="*/ 1487602 h 1723719"/>
              <a:gd name="connsiteX46" fmla="*/ 5299812 w 9662615"/>
              <a:gd name="connsiteY46" fmla="*/ 1503362 h 1723719"/>
              <a:gd name="connsiteX47" fmla="*/ 5213947 w 9662615"/>
              <a:gd name="connsiteY47" fmla="*/ 1516637 h 1723719"/>
              <a:gd name="connsiteX48" fmla="*/ 5090342 w 9662615"/>
              <a:gd name="connsiteY48" fmla="*/ 1546680 h 1723719"/>
              <a:gd name="connsiteX49" fmla="*/ 5129812 w 9662615"/>
              <a:gd name="connsiteY49" fmla="*/ 1521277 h 1723719"/>
              <a:gd name="connsiteX50" fmla="*/ 5059484 w 9662615"/>
              <a:gd name="connsiteY50" fmla="*/ 1546802 h 1723719"/>
              <a:gd name="connsiteX51" fmla="*/ 5038524 w 9662615"/>
              <a:gd name="connsiteY51" fmla="*/ 1545675 h 1723719"/>
              <a:gd name="connsiteX52" fmla="*/ 5026564 w 9662615"/>
              <a:gd name="connsiteY52" fmla="*/ 1545376 h 1723719"/>
              <a:gd name="connsiteX53" fmla="*/ 4969433 w 9662615"/>
              <a:gd name="connsiteY53" fmla="*/ 1550865 h 1723719"/>
              <a:gd name="connsiteX54" fmla="*/ 4929254 w 9662615"/>
              <a:gd name="connsiteY54" fmla="*/ 1563452 h 1723719"/>
              <a:gd name="connsiteX55" fmla="*/ 4871726 w 9662615"/>
              <a:gd name="connsiteY55" fmla="*/ 1570584 h 1723719"/>
              <a:gd name="connsiteX56" fmla="*/ 4843267 w 9662615"/>
              <a:gd name="connsiteY56" fmla="*/ 1561459 h 1723719"/>
              <a:gd name="connsiteX57" fmla="*/ 4821058 w 9662615"/>
              <a:gd name="connsiteY57" fmla="*/ 1553078 h 1723719"/>
              <a:gd name="connsiteX58" fmla="*/ 4791466 w 9662615"/>
              <a:gd name="connsiteY58" fmla="*/ 1561324 h 1723719"/>
              <a:gd name="connsiteX59" fmla="*/ 4784247 w 9662615"/>
              <a:gd name="connsiteY59" fmla="*/ 1562342 h 1723719"/>
              <a:gd name="connsiteX60" fmla="*/ 4739309 w 9662615"/>
              <a:gd name="connsiteY60" fmla="*/ 1553948 h 1723719"/>
              <a:gd name="connsiteX61" fmla="*/ 4697562 w 9662615"/>
              <a:gd name="connsiteY61" fmla="*/ 1551206 h 1723719"/>
              <a:gd name="connsiteX62" fmla="*/ 4650737 w 9662615"/>
              <a:gd name="connsiteY62" fmla="*/ 1537381 h 1723719"/>
              <a:gd name="connsiteX63" fmla="*/ 4583150 w 9662615"/>
              <a:gd name="connsiteY63" fmla="*/ 1529064 h 1723719"/>
              <a:gd name="connsiteX64" fmla="*/ 4521734 w 9662615"/>
              <a:gd name="connsiteY64" fmla="*/ 1529359 h 1723719"/>
              <a:gd name="connsiteX65" fmla="*/ 4382398 w 9662615"/>
              <a:gd name="connsiteY65" fmla="*/ 1534108 h 1723719"/>
              <a:gd name="connsiteX66" fmla="*/ 4221826 w 9662615"/>
              <a:gd name="connsiteY66" fmla="*/ 1500972 h 1723719"/>
              <a:gd name="connsiteX67" fmla="*/ 4096601 w 9662615"/>
              <a:gd name="connsiteY67" fmla="*/ 1521563 h 1723719"/>
              <a:gd name="connsiteX68" fmla="*/ 3970635 w 9662615"/>
              <a:gd name="connsiteY68" fmla="*/ 1723719 h 1723719"/>
              <a:gd name="connsiteX69" fmla="*/ 3833906 w 9662615"/>
              <a:gd name="connsiteY69" fmla="*/ 1516637 h 1723719"/>
              <a:gd name="connsiteX70" fmla="*/ 3696258 w 9662615"/>
              <a:gd name="connsiteY70" fmla="*/ 1537563 h 1723719"/>
              <a:gd name="connsiteX71" fmla="*/ 3594070 w 9662615"/>
              <a:gd name="connsiteY71" fmla="*/ 1509422 h 1723719"/>
              <a:gd name="connsiteX72" fmla="*/ 3565233 w 9662615"/>
              <a:gd name="connsiteY72" fmla="*/ 1515122 h 1723719"/>
              <a:gd name="connsiteX73" fmla="*/ 3560267 w 9662615"/>
              <a:gd name="connsiteY73" fmla="*/ 1516288 h 1723719"/>
              <a:gd name="connsiteX74" fmla="*/ 3540258 w 9662615"/>
              <a:gd name="connsiteY74" fmla="*/ 1516976 h 1723719"/>
              <a:gd name="connsiteX75" fmla="*/ 3534780 w 9662615"/>
              <a:gd name="connsiteY75" fmla="*/ 1522141 h 1723719"/>
              <a:gd name="connsiteX76" fmla="*/ 3504783 w 9662615"/>
              <a:gd name="connsiteY76" fmla="*/ 1526739 h 1723719"/>
              <a:gd name="connsiteX77" fmla="*/ 3430805 w 9662615"/>
              <a:gd name="connsiteY77" fmla="*/ 1542521 h 1723719"/>
              <a:gd name="connsiteX78" fmla="*/ 3292707 w 9662615"/>
              <a:gd name="connsiteY78" fmla="*/ 1520490 h 1723719"/>
              <a:gd name="connsiteX79" fmla="*/ 3187872 w 9662615"/>
              <a:gd name="connsiteY79" fmla="*/ 1519991 h 1723719"/>
              <a:gd name="connsiteX80" fmla="*/ 3148026 w 9662615"/>
              <a:gd name="connsiteY80" fmla="*/ 1524777 h 1723719"/>
              <a:gd name="connsiteX81" fmla="*/ 3092394 w 9662615"/>
              <a:gd name="connsiteY81" fmla="*/ 1528115 h 1723719"/>
              <a:gd name="connsiteX82" fmla="*/ 2994200 w 9662615"/>
              <a:gd name="connsiteY82" fmla="*/ 1537857 h 1723719"/>
              <a:gd name="connsiteX83" fmla="*/ 2862301 w 9662615"/>
              <a:gd name="connsiteY83" fmla="*/ 1544250 h 1723719"/>
              <a:gd name="connsiteX84" fmla="*/ 2766335 w 9662615"/>
              <a:gd name="connsiteY84" fmla="*/ 1527662 h 1723719"/>
              <a:gd name="connsiteX85" fmla="*/ 2757836 w 9662615"/>
              <a:gd name="connsiteY85" fmla="*/ 1531371 h 1723719"/>
              <a:gd name="connsiteX86" fmla="*/ 2691555 w 9662615"/>
              <a:gd name="connsiteY86" fmla="*/ 1530283 h 1723719"/>
              <a:gd name="connsiteX87" fmla="*/ 2491676 w 9662615"/>
              <a:gd name="connsiteY87" fmla="*/ 1500859 h 1723719"/>
              <a:gd name="connsiteX88" fmla="*/ 2378036 w 9662615"/>
              <a:gd name="connsiteY88" fmla="*/ 1520645 h 1723719"/>
              <a:gd name="connsiteX89" fmla="*/ 2284269 w 9662615"/>
              <a:gd name="connsiteY89" fmla="*/ 1503068 h 1723719"/>
              <a:gd name="connsiteX90" fmla="*/ 2207104 w 9662615"/>
              <a:gd name="connsiteY90" fmla="*/ 1508888 h 1723719"/>
              <a:gd name="connsiteX91" fmla="*/ 2149226 w 9662615"/>
              <a:gd name="connsiteY91" fmla="*/ 1523409 h 1723719"/>
              <a:gd name="connsiteX92" fmla="*/ 2084783 w 9662615"/>
              <a:gd name="connsiteY92" fmla="*/ 1524245 h 1723719"/>
              <a:gd name="connsiteX93" fmla="*/ 2070075 w 9662615"/>
              <a:gd name="connsiteY93" fmla="*/ 1511285 h 1723719"/>
              <a:gd name="connsiteX94" fmla="*/ 2001057 w 9662615"/>
              <a:gd name="connsiteY94" fmla="*/ 1516449 h 1723719"/>
              <a:gd name="connsiteX95" fmla="*/ 1896330 w 9662615"/>
              <a:gd name="connsiteY95" fmla="*/ 1525725 h 1723719"/>
              <a:gd name="connsiteX96" fmla="*/ 1835994 w 9662615"/>
              <a:gd name="connsiteY96" fmla="*/ 1527678 h 1723719"/>
              <a:gd name="connsiteX97" fmla="*/ 1671119 w 9662615"/>
              <a:gd name="connsiteY97" fmla="*/ 1536701 h 1723719"/>
              <a:gd name="connsiteX98" fmla="*/ 1601337 w 9662615"/>
              <a:gd name="connsiteY98" fmla="*/ 1548552 h 1723719"/>
              <a:gd name="connsiteX99" fmla="*/ 1407755 w 9662615"/>
              <a:gd name="connsiteY99" fmla="*/ 1571444 h 1723719"/>
              <a:gd name="connsiteX100" fmla="*/ 1271994 w 9662615"/>
              <a:gd name="connsiteY100" fmla="*/ 1579471 h 1723719"/>
              <a:gd name="connsiteX101" fmla="*/ 1249226 w 9662615"/>
              <a:gd name="connsiteY101" fmla="*/ 1583140 h 1723719"/>
              <a:gd name="connsiteX102" fmla="*/ 1217719 w 9662615"/>
              <a:gd name="connsiteY102" fmla="*/ 1580863 h 1723719"/>
              <a:gd name="connsiteX103" fmla="*/ 1091432 w 9662615"/>
              <a:gd name="connsiteY103" fmla="*/ 1571003 h 1723719"/>
              <a:gd name="connsiteX104" fmla="*/ 992039 w 9662615"/>
              <a:gd name="connsiteY104" fmla="*/ 1556662 h 1723719"/>
              <a:gd name="connsiteX105" fmla="*/ 868264 w 9662615"/>
              <a:gd name="connsiteY105" fmla="*/ 1566392 h 1723719"/>
              <a:gd name="connsiteX106" fmla="*/ 792765 w 9662615"/>
              <a:gd name="connsiteY106" fmla="*/ 1563102 h 1723719"/>
              <a:gd name="connsiteX107" fmla="*/ 669055 w 9662615"/>
              <a:gd name="connsiteY107" fmla="*/ 1543638 h 1723719"/>
              <a:gd name="connsiteX108" fmla="*/ 506152 w 9662615"/>
              <a:gd name="connsiteY108" fmla="*/ 1549124 h 1723719"/>
              <a:gd name="connsiteX109" fmla="*/ 472797 w 9662615"/>
              <a:gd name="connsiteY109" fmla="*/ 1568904 h 1723719"/>
              <a:gd name="connsiteX110" fmla="*/ 427864 w 9662615"/>
              <a:gd name="connsiteY110" fmla="*/ 1580848 h 1723719"/>
              <a:gd name="connsiteX111" fmla="*/ 408381 w 9662615"/>
              <a:gd name="connsiteY111" fmla="*/ 1552940 h 1723719"/>
              <a:gd name="connsiteX112" fmla="*/ 267163 w 9662615"/>
              <a:gd name="connsiteY112" fmla="*/ 1531913 h 1723719"/>
              <a:gd name="connsiteX113" fmla="*/ 196644 w 9662615"/>
              <a:gd name="connsiteY113" fmla="*/ 1524565 h 1723719"/>
              <a:gd name="connsiteX114" fmla="*/ 86819 w 9662615"/>
              <a:gd name="connsiteY114" fmla="*/ 1519517 h 1723719"/>
              <a:gd name="connsiteX115" fmla="*/ 53369 w 9662615"/>
              <a:gd name="connsiteY115" fmla="*/ 1516853 h 1723719"/>
              <a:gd name="connsiteX116" fmla="*/ 2359 w 9662615"/>
              <a:gd name="connsiteY116" fmla="*/ 1515247 h 1723719"/>
              <a:gd name="connsiteX117" fmla="*/ 0 w 9662615"/>
              <a:gd name="connsiteY117" fmla="*/ 1514932 h 1723719"/>
              <a:gd name="connsiteX118" fmla="*/ 0 w 9662615"/>
              <a:gd name="connsiteY118" fmla="*/ 0 h 1723719"/>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18664 w 9662615"/>
              <a:gd name="connsiteY3" fmla="*/ 1331789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408381 w 9662615"/>
              <a:gd name="connsiteY110" fmla="*/ 1552940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40355 w 9662615"/>
              <a:gd name="connsiteY103" fmla="*/ 1560638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71994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91872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601337 w 9662615"/>
              <a:gd name="connsiteY97" fmla="*/ 1548552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920184 w 9662615"/>
              <a:gd name="connsiteY94" fmla="*/ 1533676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9662615" h="1603018">
                <a:moveTo>
                  <a:pt x="0" y="0"/>
                </a:moveTo>
                <a:lnTo>
                  <a:pt x="9662615" y="0"/>
                </a:lnTo>
                <a:lnTo>
                  <a:pt x="9662615" y="1280346"/>
                </a:lnTo>
                <a:lnTo>
                  <a:pt x="9551077" y="1292033"/>
                </a:lnTo>
                <a:cubicBezTo>
                  <a:pt x="9489925" y="1291588"/>
                  <a:pt x="9543615" y="1296257"/>
                  <a:pt x="9469546" y="1289837"/>
                </a:cubicBezTo>
                <a:cubicBezTo>
                  <a:pt x="9413040" y="1331485"/>
                  <a:pt x="9340031" y="1268376"/>
                  <a:pt x="9326260" y="1277155"/>
                </a:cubicBezTo>
                <a:cubicBezTo>
                  <a:pt x="9234251" y="1284900"/>
                  <a:pt x="9225377" y="1258935"/>
                  <a:pt x="9144767" y="1264120"/>
                </a:cubicBezTo>
                <a:cubicBezTo>
                  <a:pt x="9159115" y="1310075"/>
                  <a:pt x="9066692" y="1304806"/>
                  <a:pt x="8976400" y="1326661"/>
                </a:cubicBezTo>
                <a:cubicBezTo>
                  <a:pt x="8931920" y="1325947"/>
                  <a:pt x="8871807" y="1351060"/>
                  <a:pt x="8828711" y="1346394"/>
                </a:cubicBezTo>
                <a:cubicBezTo>
                  <a:pt x="8809650" y="1326213"/>
                  <a:pt x="8718313" y="1358527"/>
                  <a:pt x="8695953" y="1346784"/>
                </a:cubicBezTo>
                <a:cubicBezTo>
                  <a:pt x="8694290" y="1355317"/>
                  <a:pt x="8661526" y="1349865"/>
                  <a:pt x="8652191" y="1345903"/>
                </a:cubicBezTo>
                <a:cubicBezTo>
                  <a:pt x="8641363" y="1349626"/>
                  <a:pt x="8603292" y="1341304"/>
                  <a:pt x="8591582" y="1341666"/>
                </a:cubicBezTo>
                <a:cubicBezTo>
                  <a:pt x="8568421" y="1323004"/>
                  <a:pt x="8565847" y="1352287"/>
                  <a:pt x="8537336" y="1341684"/>
                </a:cubicBezTo>
                <a:cubicBezTo>
                  <a:pt x="8524809" y="1348019"/>
                  <a:pt x="8445703" y="1377667"/>
                  <a:pt x="8416849" y="1367085"/>
                </a:cubicBezTo>
                <a:cubicBezTo>
                  <a:pt x="8350736" y="1379599"/>
                  <a:pt x="8346589" y="1391624"/>
                  <a:pt x="8278355" y="1386569"/>
                </a:cubicBezTo>
                <a:cubicBezTo>
                  <a:pt x="8268756" y="1398649"/>
                  <a:pt x="8183331" y="1371185"/>
                  <a:pt x="8197961" y="1392804"/>
                </a:cubicBezTo>
                <a:cubicBezTo>
                  <a:pt x="8175189" y="1391748"/>
                  <a:pt x="8158503" y="1383145"/>
                  <a:pt x="8171196" y="1397216"/>
                </a:cubicBezTo>
                <a:cubicBezTo>
                  <a:pt x="8141821" y="1397466"/>
                  <a:pt x="8125626" y="1386947"/>
                  <a:pt x="8087910" y="1386449"/>
                </a:cubicBezTo>
                <a:cubicBezTo>
                  <a:pt x="8029319" y="1362701"/>
                  <a:pt x="8020916" y="1407035"/>
                  <a:pt x="7974579" y="1383439"/>
                </a:cubicBezTo>
                <a:cubicBezTo>
                  <a:pt x="7912074" y="1402493"/>
                  <a:pt x="7841761" y="1389550"/>
                  <a:pt x="7768351" y="1395051"/>
                </a:cubicBezTo>
                <a:cubicBezTo>
                  <a:pt x="7741665" y="1390266"/>
                  <a:pt x="7663663" y="1410813"/>
                  <a:pt x="7635985" y="1386363"/>
                </a:cubicBezTo>
                <a:cubicBezTo>
                  <a:pt x="7646173" y="1415707"/>
                  <a:pt x="7542198" y="1378410"/>
                  <a:pt x="7466069" y="1377654"/>
                </a:cubicBezTo>
                <a:cubicBezTo>
                  <a:pt x="7427626" y="1403818"/>
                  <a:pt x="7337822" y="1398948"/>
                  <a:pt x="7355642" y="1407761"/>
                </a:cubicBezTo>
                <a:cubicBezTo>
                  <a:pt x="7270634" y="1390553"/>
                  <a:pt x="7306340" y="1403822"/>
                  <a:pt x="7215220" y="1397856"/>
                </a:cubicBezTo>
                <a:cubicBezTo>
                  <a:pt x="7175381" y="1421457"/>
                  <a:pt x="7122339" y="1428094"/>
                  <a:pt x="7082147" y="1406113"/>
                </a:cubicBezTo>
                <a:cubicBezTo>
                  <a:pt x="7040624" y="1425217"/>
                  <a:pt x="7029993" y="1391726"/>
                  <a:pt x="6987129" y="1404834"/>
                </a:cubicBezTo>
                <a:cubicBezTo>
                  <a:pt x="6953477" y="1411964"/>
                  <a:pt x="6957479" y="1421694"/>
                  <a:pt x="6907567" y="1419149"/>
                </a:cubicBezTo>
                <a:cubicBezTo>
                  <a:pt x="6863513" y="1408514"/>
                  <a:pt x="6803088" y="1434619"/>
                  <a:pt x="6748428" y="1420308"/>
                </a:cubicBezTo>
                <a:cubicBezTo>
                  <a:pt x="6728317" y="1416860"/>
                  <a:pt x="6666046" y="1417296"/>
                  <a:pt x="6654257" y="1424143"/>
                </a:cubicBezTo>
                <a:cubicBezTo>
                  <a:pt x="6641271" y="1425628"/>
                  <a:pt x="6626125" y="1423202"/>
                  <a:pt x="6620123" y="1430535"/>
                </a:cubicBezTo>
                <a:cubicBezTo>
                  <a:pt x="6610208" y="1439359"/>
                  <a:pt x="6564906" y="1425734"/>
                  <a:pt x="6571355" y="1436144"/>
                </a:cubicBezTo>
                <a:cubicBezTo>
                  <a:pt x="6539188" y="1426808"/>
                  <a:pt x="6513602" y="1445293"/>
                  <a:pt x="6486557" y="1449861"/>
                </a:cubicBezTo>
                <a:cubicBezTo>
                  <a:pt x="6461221" y="1440598"/>
                  <a:pt x="6429457" y="1459319"/>
                  <a:pt x="6370419" y="1461649"/>
                </a:cubicBezTo>
                <a:cubicBezTo>
                  <a:pt x="6342558" y="1450937"/>
                  <a:pt x="6330664" y="1463365"/>
                  <a:pt x="6278839" y="1449160"/>
                </a:cubicBezTo>
                <a:cubicBezTo>
                  <a:pt x="6277206" y="1450621"/>
                  <a:pt x="6275057" y="1451978"/>
                  <a:pt x="6272455" y="1453191"/>
                </a:cubicBezTo>
                <a:cubicBezTo>
                  <a:pt x="6257338" y="1460236"/>
                  <a:pt x="6230567" y="1460979"/>
                  <a:pt x="6212659" y="1454850"/>
                </a:cubicBezTo>
                <a:cubicBezTo>
                  <a:pt x="6130994" y="1436046"/>
                  <a:pt x="6135790" y="1448771"/>
                  <a:pt x="6069317" y="1445838"/>
                </a:cubicBezTo>
                <a:cubicBezTo>
                  <a:pt x="5994738" y="1444791"/>
                  <a:pt x="5975991" y="1456673"/>
                  <a:pt x="5878477" y="1439180"/>
                </a:cubicBezTo>
                <a:cubicBezTo>
                  <a:pt x="5870803" y="1447519"/>
                  <a:pt x="5859206" y="1448153"/>
                  <a:pt x="5838387" y="1444679"/>
                </a:cubicBezTo>
                <a:cubicBezTo>
                  <a:pt x="5802317" y="1444778"/>
                  <a:pt x="5810848" y="1465165"/>
                  <a:pt x="5771136" y="1453639"/>
                </a:cubicBezTo>
                <a:cubicBezTo>
                  <a:pt x="5780732" y="1464484"/>
                  <a:pt x="5704275" y="1459369"/>
                  <a:pt x="5724081" y="1470431"/>
                </a:cubicBezTo>
                <a:cubicBezTo>
                  <a:pt x="5703536" y="1480946"/>
                  <a:pt x="5687323" y="1464719"/>
                  <a:pt x="5666577" y="1473921"/>
                </a:cubicBezTo>
                <a:cubicBezTo>
                  <a:pt x="5640974" y="1476520"/>
                  <a:pt x="5678275" y="1461854"/>
                  <a:pt x="5649068" y="1461676"/>
                </a:cubicBezTo>
                <a:cubicBezTo>
                  <a:pt x="5614218" y="1463443"/>
                  <a:pt x="5608578" y="1443299"/>
                  <a:pt x="5588902" y="1469647"/>
                </a:cubicBezTo>
                <a:cubicBezTo>
                  <a:pt x="5550386" y="1464321"/>
                  <a:pt x="5546573" y="1476049"/>
                  <a:pt x="5498090" y="1483173"/>
                </a:cubicBezTo>
                <a:cubicBezTo>
                  <a:pt x="5475226" y="1477314"/>
                  <a:pt x="5459293" y="1480930"/>
                  <a:pt x="5444641" y="1487602"/>
                </a:cubicBezTo>
                <a:cubicBezTo>
                  <a:pt x="5395328" y="1487320"/>
                  <a:pt x="5353572" y="1498007"/>
                  <a:pt x="5299812" y="1503362"/>
                </a:cubicBezTo>
                <a:cubicBezTo>
                  <a:pt x="5238326" y="1497756"/>
                  <a:pt x="5303225" y="1514963"/>
                  <a:pt x="5245752" y="1520612"/>
                </a:cubicBezTo>
                <a:cubicBezTo>
                  <a:pt x="5190753" y="1507732"/>
                  <a:pt x="5205712" y="1518627"/>
                  <a:pt x="5177807" y="1526802"/>
                </a:cubicBezTo>
                <a:lnTo>
                  <a:pt x="5113910" y="1533205"/>
                </a:lnTo>
                <a:lnTo>
                  <a:pt x="5059484" y="1546802"/>
                </a:lnTo>
                <a:lnTo>
                  <a:pt x="5038524" y="1545675"/>
                </a:lnTo>
                <a:lnTo>
                  <a:pt x="5026564" y="1545376"/>
                </a:lnTo>
                <a:cubicBezTo>
                  <a:pt x="5006873" y="1544046"/>
                  <a:pt x="4987701" y="1552900"/>
                  <a:pt x="4969433" y="1550865"/>
                </a:cubicBezTo>
                <a:cubicBezTo>
                  <a:pt x="4943627" y="1555066"/>
                  <a:pt x="4892754" y="1568818"/>
                  <a:pt x="4871726" y="1570584"/>
                </a:cubicBezTo>
                <a:cubicBezTo>
                  <a:pt x="4863638" y="1570310"/>
                  <a:pt x="4846771" y="1559566"/>
                  <a:pt x="4843267" y="1561459"/>
                </a:cubicBezTo>
                <a:lnTo>
                  <a:pt x="4821058" y="1553078"/>
                </a:lnTo>
                <a:lnTo>
                  <a:pt x="4791466" y="1561324"/>
                </a:lnTo>
                <a:lnTo>
                  <a:pt x="4784247" y="1562342"/>
                </a:lnTo>
                <a:cubicBezTo>
                  <a:pt x="4770593" y="1574121"/>
                  <a:pt x="4776816" y="1558072"/>
                  <a:pt x="4739309" y="1553948"/>
                </a:cubicBezTo>
                <a:cubicBezTo>
                  <a:pt x="4684311" y="1578213"/>
                  <a:pt x="4712803" y="1566697"/>
                  <a:pt x="4697562" y="1551206"/>
                </a:cubicBezTo>
                <a:lnTo>
                  <a:pt x="4650737" y="1537381"/>
                </a:lnTo>
                <a:cubicBezTo>
                  <a:pt x="4628208" y="1530633"/>
                  <a:pt x="4609654" y="1567617"/>
                  <a:pt x="4583150" y="1529064"/>
                </a:cubicBezTo>
                <a:cubicBezTo>
                  <a:pt x="4575879" y="1527088"/>
                  <a:pt x="4527005" y="1532552"/>
                  <a:pt x="4521734" y="1529359"/>
                </a:cubicBezTo>
                <a:cubicBezTo>
                  <a:pt x="4457980" y="1517590"/>
                  <a:pt x="4465052" y="1532003"/>
                  <a:pt x="4382398" y="1534108"/>
                </a:cubicBezTo>
                <a:cubicBezTo>
                  <a:pt x="4347480" y="1506889"/>
                  <a:pt x="4310783" y="1494709"/>
                  <a:pt x="4221826" y="1500972"/>
                </a:cubicBezTo>
                <a:cubicBezTo>
                  <a:pt x="4174471" y="1526598"/>
                  <a:pt x="4136675" y="1542031"/>
                  <a:pt x="4096601" y="1521563"/>
                </a:cubicBezTo>
                <a:cubicBezTo>
                  <a:pt x="4015086" y="1550501"/>
                  <a:pt x="3986123" y="1519347"/>
                  <a:pt x="4002441" y="1528912"/>
                </a:cubicBezTo>
                <a:cubicBezTo>
                  <a:pt x="3967120" y="1539744"/>
                  <a:pt x="3931774" y="1526729"/>
                  <a:pt x="3833906" y="1516637"/>
                </a:cubicBezTo>
                <a:cubicBezTo>
                  <a:pt x="3781438" y="1538249"/>
                  <a:pt x="3822855" y="1526006"/>
                  <a:pt x="3763845" y="1501782"/>
                </a:cubicBezTo>
                <a:cubicBezTo>
                  <a:pt x="3734533" y="1525292"/>
                  <a:pt x="3677359" y="1524487"/>
                  <a:pt x="3673583" y="1501471"/>
                </a:cubicBezTo>
                <a:cubicBezTo>
                  <a:pt x="3663687" y="1502855"/>
                  <a:pt x="3650245" y="1528777"/>
                  <a:pt x="3640771" y="1531025"/>
                </a:cubicBezTo>
                <a:lnTo>
                  <a:pt x="3576170" y="1516288"/>
                </a:lnTo>
                <a:lnTo>
                  <a:pt x="3540258" y="1516976"/>
                </a:lnTo>
                <a:lnTo>
                  <a:pt x="3522853" y="1538044"/>
                </a:lnTo>
                <a:lnTo>
                  <a:pt x="3480929" y="1526739"/>
                </a:lnTo>
                <a:cubicBezTo>
                  <a:pt x="3469671" y="1527693"/>
                  <a:pt x="3444273" y="1543724"/>
                  <a:pt x="3430805" y="1542521"/>
                </a:cubicBezTo>
                <a:cubicBezTo>
                  <a:pt x="3386352" y="1529947"/>
                  <a:pt x="3347457" y="1537200"/>
                  <a:pt x="3292707" y="1520490"/>
                </a:cubicBezTo>
                <a:cubicBezTo>
                  <a:pt x="3271897" y="1516147"/>
                  <a:pt x="3203347" y="1513732"/>
                  <a:pt x="3187872" y="1519991"/>
                </a:cubicBezTo>
                <a:cubicBezTo>
                  <a:pt x="3173062" y="1520872"/>
                  <a:pt x="3157325" y="1517771"/>
                  <a:pt x="3148026" y="1524777"/>
                </a:cubicBezTo>
                <a:cubicBezTo>
                  <a:pt x="3133878" y="1533085"/>
                  <a:pt x="3089156" y="1517485"/>
                  <a:pt x="3092394" y="1528115"/>
                </a:cubicBezTo>
                <a:cubicBezTo>
                  <a:pt x="3060512" y="1517374"/>
                  <a:pt x="3025593" y="1534558"/>
                  <a:pt x="2994200" y="1537857"/>
                </a:cubicBezTo>
                <a:cubicBezTo>
                  <a:pt x="2969798" y="1527501"/>
                  <a:pt x="2927999" y="1544636"/>
                  <a:pt x="2862301" y="1544250"/>
                </a:cubicBezTo>
                <a:cubicBezTo>
                  <a:pt x="2835658" y="1532340"/>
                  <a:pt x="2818008" y="1544135"/>
                  <a:pt x="2766335" y="1527662"/>
                </a:cubicBezTo>
                <a:cubicBezTo>
                  <a:pt x="2764004" y="1529036"/>
                  <a:pt x="2761142" y="1530285"/>
                  <a:pt x="2757836" y="1531371"/>
                </a:cubicBezTo>
                <a:cubicBezTo>
                  <a:pt x="2738633" y="1537675"/>
                  <a:pt x="2708957" y="1537188"/>
                  <a:pt x="2691555" y="1530283"/>
                </a:cubicBezTo>
                <a:cubicBezTo>
                  <a:pt x="2608810" y="1507878"/>
                  <a:pt x="2611304" y="1510787"/>
                  <a:pt x="2539383" y="1504835"/>
                </a:cubicBezTo>
                <a:cubicBezTo>
                  <a:pt x="2457862" y="1500384"/>
                  <a:pt x="2478670" y="1542474"/>
                  <a:pt x="2378036" y="1520645"/>
                </a:cubicBezTo>
                <a:cubicBezTo>
                  <a:pt x="2366529" y="1528574"/>
                  <a:pt x="2341629" y="1515421"/>
                  <a:pt x="2320049" y="1511019"/>
                </a:cubicBezTo>
                <a:cubicBezTo>
                  <a:pt x="2280399" y="1509467"/>
                  <a:pt x="2278267" y="1522148"/>
                  <a:pt x="2238909" y="1508888"/>
                </a:cubicBezTo>
                <a:cubicBezTo>
                  <a:pt x="2245444" y="1520095"/>
                  <a:pt x="2163364" y="1519472"/>
                  <a:pt x="2181031" y="1531361"/>
                </a:cubicBezTo>
                <a:cubicBezTo>
                  <a:pt x="2154585" y="1540861"/>
                  <a:pt x="2138796" y="1516056"/>
                  <a:pt x="2112613" y="1524245"/>
                </a:cubicBezTo>
                <a:cubicBezTo>
                  <a:pt x="2083537" y="1525655"/>
                  <a:pt x="2078233" y="1524725"/>
                  <a:pt x="2046221" y="1523212"/>
                </a:cubicBezTo>
                <a:cubicBezTo>
                  <a:pt x="2007296" y="1523373"/>
                  <a:pt x="2032394" y="1491187"/>
                  <a:pt x="2001057" y="1516449"/>
                </a:cubicBezTo>
                <a:cubicBezTo>
                  <a:pt x="1960724" y="1509398"/>
                  <a:pt x="1976058" y="1528820"/>
                  <a:pt x="1920184" y="1533676"/>
                </a:cubicBezTo>
                <a:cubicBezTo>
                  <a:pt x="1897238" y="1526813"/>
                  <a:pt x="1877505" y="1527174"/>
                  <a:pt x="1835994" y="1527678"/>
                </a:cubicBezTo>
                <a:cubicBezTo>
                  <a:pt x="1794483" y="1528182"/>
                  <a:pt x="1726077" y="1533693"/>
                  <a:pt x="1671119" y="1536701"/>
                </a:cubicBezTo>
                <a:cubicBezTo>
                  <a:pt x="1605663" y="1528324"/>
                  <a:pt x="1630763" y="1553523"/>
                  <a:pt x="1565556" y="1556503"/>
                </a:cubicBezTo>
                <a:cubicBezTo>
                  <a:pt x="1501959" y="1539013"/>
                  <a:pt x="1462468" y="1572800"/>
                  <a:pt x="1407755" y="1571444"/>
                </a:cubicBezTo>
                <a:cubicBezTo>
                  <a:pt x="1319286" y="1555448"/>
                  <a:pt x="1429251" y="1585263"/>
                  <a:pt x="1291872" y="1579471"/>
                </a:cubicBezTo>
                <a:cubicBezTo>
                  <a:pt x="1284192" y="1576816"/>
                  <a:pt x="1243590" y="1599390"/>
                  <a:pt x="1245251" y="1603018"/>
                </a:cubicBezTo>
                <a:cubicBezTo>
                  <a:pt x="1236562" y="1601891"/>
                  <a:pt x="1184091" y="1586977"/>
                  <a:pt x="1181938" y="1592789"/>
                </a:cubicBezTo>
                <a:cubicBezTo>
                  <a:pt x="1138153" y="1593474"/>
                  <a:pt x="1130439" y="1578153"/>
                  <a:pt x="1091432" y="1571003"/>
                </a:cubicBezTo>
                <a:cubicBezTo>
                  <a:pt x="1007000" y="1580980"/>
                  <a:pt x="1001377" y="1557850"/>
                  <a:pt x="940355" y="1560638"/>
                </a:cubicBezTo>
                <a:cubicBezTo>
                  <a:pt x="891367" y="1572083"/>
                  <a:pt x="924846" y="1558773"/>
                  <a:pt x="868264" y="1566392"/>
                </a:cubicBezTo>
                <a:cubicBezTo>
                  <a:pt x="848640" y="1547574"/>
                  <a:pt x="814997" y="1568391"/>
                  <a:pt x="792765" y="1563102"/>
                </a:cubicBezTo>
                <a:cubicBezTo>
                  <a:pt x="758082" y="1585102"/>
                  <a:pt x="689950" y="1563038"/>
                  <a:pt x="653153" y="1563516"/>
                </a:cubicBezTo>
                <a:cubicBezTo>
                  <a:pt x="591300" y="1567692"/>
                  <a:pt x="576686" y="1582565"/>
                  <a:pt x="541933" y="1561051"/>
                </a:cubicBezTo>
                <a:cubicBezTo>
                  <a:pt x="537775" y="1570056"/>
                  <a:pt x="508236" y="1570304"/>
                  <a:pt x="472797" y="1568904"/>
                </a:cubicBezTo>
                <a:cubicBezTo>
                  <a:pt x="458898" y="1573560"/>
                  <a:pt x="425270" y="1567476"/>
                  <a:pt x="396059" y="1560970"/>
                </a:cubicBezTo>
                <a:cubicBezTo>
                  <a:pt x="431016" y="1548467"/>
                  <a:pt x="332180" y="1575204"/>
                  <a:pt x="336819" y="1560892"/>
                </a:cubicBezTo>
                <a:cubicBezTo>
                  <a:pt x="292157" y="1552383"/>
                  <a:pt x="263346" y="1557575"/>
                  <a:pt x="267163" y="1531913"/>
                </a:cubicBezTo>
                <a:cubicBezTo>
                  <a:pt x="253228" y="1516946"/>
                  <a:pt x="198100" y="1540864"/>
                  <a:pt x="196644" y="1524565"/>
                </a:cubicBezTo>
                <a:cubicBezTo>
                  <a:pt x="172602" y="1535342"/>
                  <a:pt x="127394" y="1518578"/>
                  <a:pt x="86819" y="1519517"/>
                </a:cubicBezTo>
                <a:cubicBezTo>
                  <a:pt x="78537" y="1512257"/>
                  <a:pt x="69224" y="1512723"/>
                  <a:pt x="53369" y="1516853"/>
                </a:cubicBezTo>
                <a:cubicBezTo>
                  <a:pt x="37131" y="1517503"/>
                  <a:pt x="19976" y="1516838"/>
                  <a:pt x="2359" y="1515247"/>
                </a:cubicBezTo>
                <a:lnTo>
                  <a:pt x="0" y="1514932"/>
                </a:lnTo>
                <a:lnTo>
                  <a:pt x="0" y="0"/>
                </a:lnTo>
                <a:close/>
              </a:path>
            </a:pathLst>
          </a:custGeom>
          <a:solidFill>
            <a:srgbClr val="82766A">
              <a:alpha val="1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871552-FE16-5146-B363-3556ADB2BB86}"/>
              </a:ext>
            </a:extLst>
          </p:cNvPr>
          <p:cNvSpPr>
            <a:spLocks noGrp="1"/>
          </p:cNvSpPr>
          <p:nvPr>
            <p:ph type="title"/>
          </p:nvPr>
        </p:nvSpPr>
        <p:spPr>
          <a:xfrm>
            <a:off x="1887968" y="818775"/>
            <a:ext cx="8423238" cy="705227"/>
          </a:xfrm>
        </p:spPr>
        <p:txBody>
          <a:bodyPr vert="horz" lIns="91440" tIns="45720" rIns="91440" bIns="45720" rtlCol="0" anchor="b">
            <a:normAutofit/>
          </a:bodyPr>
          <a:lstStyle/>
          <a:p>
            <a:pPr algn="ctr"/>
            <a:r>
              <a:rPr lang="en-US" sz="3200"/>
              <a:t>SPICE simulation software</a:t>
            </a:r>
          </a:p>
        </p:txBody>
      </p:sp>
      <p:sp>
        <p:nvSpPr>
          <p:cNvPr id="3085" name="Rectangle 6">
            <a:extLst>
              <a:ext uri="{FF2B5EF4-FFF2-40B4-BE49-F238E27FC236}">
                <a16:creationId xmlns:a16="http://schemas.microsoft.com/office/drawing/2014/main" id="{DDCE5572-4319-4D42-813F-C8C69C08C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549" y="25635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5004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85E15F-38AF-A78C-23BD-A4409DE7DB9E}"/>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dirty="0"/>
              <a:t>prototyping</a:t>
            </a:r>
          </a:p>
        </p:txBody>
      </p:sp>
      <p:sp>
        <p:nvSpPr>
          <p:cNvPr id="3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 up of a circuit board&#10;&#10;AI-generated content may be incorrect.">
            <a:extLst>
              <a:ext uri="{FF2B5EF4-FFF2-40B4-BE49-F238E27FC236}">
                <a16:creationId xmlns:a16="http://schemas.microsoft.com/office/drawing/2014/main" id="{0E87EEE8-81F1-8946-20E7-085B5DAF1C84}"/>
              </a:ext>
            </a:extLst>
          </p:cNvPr>
          <p:cNvPicPr>
            <a:picLocks noChangeAspect="1"/>
          </p:cNvPicPr>
          <p:nvPr/>
        </p:nvPicPr>
        <p:blipFill>
          <a:blip r:embed="rId3">
            <a:extLst>
              <a:ext uri="{28A0092B-C50C-407E-A947-70E740481C1C}">
                <a14:useLocalDpi xmlns:a14="http://schemas.microsoft.com/office/drawing/2010/main" val="0"/>
              </a:ext>
            </a:extLst>
          </a:blip>
          <a:srcRect l="7178" r="1759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03016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C7A27C-5ADE-541B-3C0D-8B77D875D65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Circuit testing</a:t>
            </a:r>
          </a:p>
        </p:txBody>
      </p:sp>
      <p:pic>
        <p:nvPicPr>
          <p:cNvPr id="2050" name="Picture 2" descr="RIGOL Digital Oscilloscopes Compare RIGOL's UltraVisionII scopes with other  popular Oscilloscopes | Electro-Meters | powered by RIGOL">
            <a:extLst>
              <a:ext uri="{FF2B5EF4-FFF2-40B4-BE49-F238E27FC236}">
                <a16:creationId xmlns:a16="http://schemas.microsoft.com/office/drawing/2014/main" id="{3D224B9B-EEDF-53D7-37B1-B588F893FA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77316" y="1080018"/>
            <a:ext cx="6780700" cy="46956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081D42D-45FE-399F-94DE-E318417FC6AF}"/>
              </a:ext>
            </a:extLst>
          </p:cNvPr>
          <p:cNvSpPr txBox="1"/>
          <p:nvPr/>
        </p:nvSpPr>
        <p:spPr>
          <a:xfrm>
            <a:off x="7616757" y="6031467"/>
            <a:ext cx="2704289" cy="369332"/>
          </a:xfrm>
          <a:prstGeom prst="rect">
            <a:avLst/>
          </a:prstGeom>
          <a:noFill/>
        </p:spPr>
        <p:txBody>
          <a:bodyPr wrap="square" rtlCol="0">
            <a:spAutoFit/>
          </a:bodyPr>
          <a:lstStyle/>
          <a:p>
            <a:r>
              <a:rPr lang="en-US" dirty="0"/>
              <a:t>Oscilloscope</a:t>
            </a:r>
          </a:p>
        </p:txBody>
      </p:sp>
    </p:spTree>
    <p:extLst>
      <p:ext uri="{BB962C8B-B14F-4D97-AF65-F5344CB8AC3E}">
        <p14:creationId xmlns:p14="http://schemas.microsoft.com/office/powerpoint/2010/main" val="1511633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E2533C2-F9DD-7080-E6BF-306232BAF6CB}"/>
              </a:ext>
            </a:extLst>
          </p:cNvPr>
          <p:cNvSpPr>
            <a:spLocks noGrp="1"/>
          </p:cNvSpPr>
          <p:nvPr>
            <p:ph type="title"/>
          </p:nvPr>
        </p:nvSpPr>
        <p:spPr>
          <a:xfrm>
            <a:off x="1184744" y="5198168"/>
            <a:ext cx="9859618" cy="642797"/>
          </a:xfrm>
        </p:spPr>
        <p:txBody>
          <a:bodyPr vert="horz" lIns="91440" tIns="45720" rIns="91440" bIns="45720" rtlCol="0" anchor="b">
            <a:normAutofit/>
          </a:bodyPr>
          <a:lstStyle/>
          <a:p>
            <a:pPr algn="ctr"/>
            <a:r>
              <a:rPr lang="en-US" sz="3600"/>
              <a:t>Pcb design software</a:t>
            </a:r>
          </a:p>
        </p:txBody>
      </p:sp>
      <p:sp>
        <p:nvSpPr>
          <p:cNvPr id="15" name="Freeform: Shape 14">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28500E5E-5E83-4CDC-C144-4B05C8126DFB}"/>
              </a:ext>
            </a:extLst>
          </p:cNvPr>
          <p:cNvPicPr>
            <a:picLocks noChangeAspect="1"/>
          </p:cNvPicPr>
          <p:nvPr/>
        </p:nvPicPr>
        <p:blipFill>
          <a:blip r:embed="rId3">
            <a:extLst>
              <a:ext uri="{28A0092B-C50C-407E-A947-70E740481C1C}">
                <a14:useLocalDpi xmlns:a14="http://schemas.microsoft.com/office/drawing/2010/main" val="0"/>
              </a:ext>
            </a:extLst>
          </a:blip>
          <a:srcRect t="1376" b="1552"/>
          <a:stretch/>
        </p:blipFill>
        <p:spPr>
          <a:xfrm>
            <a:off x="2079812" y="805516"/>
            <a:ext cx="8032376" cy="4074026"/>
          </a:xfrm>
          <a:prstGeom prst="rect">
            <a:avLst/>
          </a:prstGeom>
        </p:spPr>
      </p:pic>
    </p:spTree>
    <p:extLst>
      <p:ext uri="{BB962C8B-B14F-4D97-AF65-F5344CB8AC3E}">
        <p14:creationId xmlns:p14="http://schemas.microsoft.com/office/powerpoint/2010/main" val="101151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What is Soldering? - Peerless Electronics Inc.">
            <a:extLst>
              <a:ext uri="{FF2B5EF4-FFF2-40B4-BE49-F238E27FC236}">
                <a16:creationId xmlns:a16="http://schemas.microsoft.com/office/drawing/2014/main" id="{214AF88E-2F04-27D1-84D5-693798444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00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104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B6DC8-B722-5719-7B7D-4D3D7874D5F3}"/>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soldering</a:t>
            </a:r>
          </a:p>
        </p:txBody>
      </p:sp>
      <p:cxnSp>
        <p:nvCxnSpPr>
          <p:cNvPr id="1051" name="Straight Connector 105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052" name="Straight Connector 1051">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40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7" name="Freeform: Shape 205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5" name="Isosceles Triangle 206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Manual | GitHub CLI">
            <a:extLst>
              <a:ext uri="{FF2B5EF4-FFF2-40B4-BE49-F238E27FC236}">
                <a16:creationId xmlns:a16="http://schemas.microsoft.com/office/drawing/2014/main" id="{CEDC757E-F65C-7360-3E54-4B1A6F9DC5F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0223" y="643467"/>
            <a:ext cx="10611553"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067" name="Isosceles Triangle 206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1484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B6AA8-36B5-2D06-11A5-AFAD0D51627F}"/>
              </a:ext>
            </a:extLst>
          </p:cNvPr>
          <p:cNvSpPr>
            <a:spLocks noGrp="1"/>
          </p:cNvSpPr>
          <p:nvPr>
            <p:ph type="title"/>
          </p:nvPr>
        </p:nvSpPr>
        <p:spPr/>
        <p:txBody>
          <a:bodyPr/>
          <a:lstStyle/>
          <a:p>
            <a:r>
              <a:rPr lang="en-US" dirty="0"/>
              <a:t>Physical project section</a:t>
            </a:r>
          </a:p>
        </p:txBody>
      </p:sp>
      <p:sp>
        <p:nvSpPr>
          <p:cNvPr id="3" name="Content Placeholder 2">
            <a:extLst>
              <a:ext uri="{FF2B5EF4-FFF2-40B4-BE49-F238E27FC236}">
                <a16:creationId xmlns:a16="http://schemas.microsoft.com/office/drawing/2014/main" id="{B21F49DA-EFD0-FEF4-7CFF-46BFABCF76F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15793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diagram of a circuit&#10;&#10;AI-generated content may be incorrect.">
            <a:extLst>
              <a:ext uri="{FF2B5EF4-FFF2-40B4-BE49-F238E27FC236}">
                <a16:creationId xmlns:a16="http://schemas.microsoft.com/office/drawing/2014/main" id="{273AD5CB-8E8E-9BDB-159A-A36A3157C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67" y="1329775"/>
            <a:ext cx="10905066" cy="4198450"/>
          </a:xfrm>
          <a:prstGeom prst="rect">
            <a:avLst/>
          </a:prstGeom>
        </p:spPr>
      </p:pic>
    </p:spTree>
    <p:extLst>
      <p:ext uri="{BB962C8B-B14F-4D97-AF65-F5344CB8AC3E}">
        <p14:creationId xmlns:p14="http://schemas.microsoft.com/office/powerpoint/2010/main" val="1467191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8B4C1D-375F-7FED-DAB1-34762B9D26D2}"/>
              </a:ext>
            </a:extLst>
          </p:cNvPr>
          <p:cNvSpPr/>
          <p:nvPr/>
        </p:nvSpPr>
        <p:spPr>
          <a:xfrm>
            <a:off x="679401" y="1401023"/>
            <a:ext cx="1877438" cy="42801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 voltage dc</a:t>
            </a:r>
          </a:p>
          <a:p>
            <a:pPr algn="ctr"/>
            <a:r>
              <a:rPr lang="en-US" dirty="0">
                <a:solidFill>
                  <a:schemeClr val="tx1"/>
                </a:solidFill>
              </a:rPr>
              <a:t>(high voltage dc-dc converter block)</a:t>
            </a:r>
          </a:p>
        </p:txBody>
      </p:sp>
      <p:sp>
        <p:nvSpPr>
          <p:cNvPr id="5" name="Rectangle 4">
            <a:extLst>
              <a:ext uri="{FF2B5EF4-FFF2-40B4-BE49-F238E27FC236}">
                <a16:creationId xmlns:a16="http://schemas.microsoft.com/office/drawing/2014/main" id="{0D8C44C6-B077-34A0-1120-ACEC4A5C58A9}"/>
              </a:ext>
            </a:extLst>
          </p:cNvPr>
          <p:cNvSpPr/>
          <p:nvPr/>
        </p:nvSpPr>
        <p:spPr>
          <a:xfrm>
            <a:off x="3655203" y="3287705"/>
            <a:ext cx="3272004" cy="7547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Geiger-muller tube</a:t>
            </a:r>
          </a:p>
          <a:p>
            <a:pPr algn="ctr"/>
            <a:r>
              <a:rPr lang="en-US" dirty="0">
                <a:solidFill>
                  <a:schemeClr val="tx1"/>
                </a:solidFill>
              </a:rPr>
              <a:t>(trigger mechanism)</a:t>
            </a:r>
          </a:p>
        </p:txBody>
      </p:sp>
      <p:pic>
        <p:nvPicPr>
          <p:cNvPr id="1026" name="Picture 2" descr="20,500+ Drawing Of A Speaker Stock Illustrations, Royalty-Free Vector  Graphics &amp; Clip Art - iStock">
            <a:extLst>
              <a:ext uri="{FF2B5EF4-FFF2-40B4-BE49-F238E27FC236}">
                <a16:creationId xmlns:a16="http://schemas.microsoft.com/office/drawing/2014/main" id="{E214BACD-2CD0-7620-6B3B-BB8B276AE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783" y="1994332"/>
            <a:ext cx="3462885" cy="346288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71624B2-2313-17F1-193D-9D7EC84A2907}"/>
              </a:ext>
            </a:extLst>
          </p:cNvPr>
          <p:cNvSpPr txBox="1"/>
          <p:nvPr/>
        </p:nvSpPr>
        <p:spPr>
          <a:xfrm>
            <a:off x="9483865" y="1876335"/>
            <a:ext cx="1828800" cy="261610"/>
          </a:xfrm>
          <a:prstGeom prst="rect">
            <a:avLst/>
          </a:prstGeom>
          <a:noFill/>
        </p:spPr>
        <p:txBody>
          <a:bodyPr wrap="square">
            <a:spAutoFit/>
          </a:bodyPr>
          <a:lstStyle/>
          <a:p>
            <a:r>
              <a:rPr lang="en-US" sz="1100" dirty="0">
                <a:latin typeface="Goudy Stout" panose="0202090407030B020401" pitchFamily="18" charset="0"/>
              </a:rPr>
              <a:t>*Click*</a:t>
            </a:r>
          </a:p>
        </p:txBody>
      </p:sp>
      <p:sp>
        <p:nvSpPr>
          <p:cNvPr id="12" name="TextBox 11">
            <a:extLst>
              <a:ext uri="{FF2B5EF4-FFF2-40B4-BE49-F238E27FC236}">
                <a16:creationId xmlns:a16="http://schemas.microsoft.com/office/drawing/2014/main" id="{1A23BDFA-E53C-1FEF-2BBA-21331EBCB790}"/>
              </a:ext>
            </a:extLst>
          </p:cNvPr>
          <p:cNvSpPr txBox="1"/>
          <p:nvPr/>
        </p:nvSpPr>
        <p:spPr>
          <a:xfrm>
            <a:off x="9483865" y="2631043"/>
            <a:ext cx="2170687" cy="369332"/>
          </a:xfrm>
          <a:prstGeom prst="rect">
            <a:avLst/>
          </a:prstGeom>
          <a:noFill/>
        </p:spPr>
        <p:txBody>
          <a:bodyPr wrap="square">
            <a:spAutoFit/>
          </a:bodyPr>
          <a:lstStyle/>
          <a:p>
            <a:r>
              <a:rPr lang="en-US" sz="1800" dirty="0">
                <a:latin typeface="Goudy Stout" panose="0202090407030B020401" pitchFamily="18" charset="0"/>
              </a:rPr>
              <a:t>*Click*</a:t>
            </a:r>
          </a:p>
        </p:txBody>
      </p:sp>
      <p:sp>
        <p:nvSpPr>
          <p:cNvPr id="14" name="TextBox 13">
            <a:extLst>
              <a:ext uri="{FF2B5EF4-FFF2-40B4-BE49-F238E27FC236}">
                <a16:creationId xmlns:a16="http://schemas.microsoft.com/office/drawing/2014/main" id="{07A5054C-0060-5E2A-B8CA-C8435C24C429}"/>
              </a:ext>
            </a:extLst>
          </p:cNvPr>
          <p:cNvSpPr txBox="1"/>
          <p:nvPr/>
        </p:nvSpPr>
        <p:spPr>
          <a:xfrm>
            <a:off x="9983548" y="3541108"/>
            <a:ext cx="2170687" cy="369332"/>
          </a:xfrm>
          <a:prstGeom prst="rect">
            <a:avLst/>
          </a:prstGeom>
          <a:noFill/>
        </p:spPr>
        <p:txBody>
          <a:bodyPr wrap="square">
            <a:spAutoFit/>
          </a:bodyPr>
          <a:lstStyle/>
          <a:p>
            <a:r>
              <a:rPr lang="en-US" sz="1800" dirty="0">
                <a:latin typeface="Goudy Stout" panose="0202090407030B020401" pitchFamily="18" charset="0"/>
              </a:rPr>
              <a:t>*Click*</a:t>
            </a:r>
          </a:p>
        </p:txBody>
      </p:sp>
      <p:pic>
        <p:nvPicPr>
          <p:cNvPr id="1030" name="Picture 6" descr="nuclear symbol png transparent image ...">
            <a:extLst>
              <a:ext uri="{FF2B5EF4-FFF2-40B4-BE49-F238E27FC236}">
                <a16:creationId xmlns:a16="http://schemas.microsoft.com/office/drawing/2014/main" id="{B1EE5621-6DDC-3CAC-DA67-F4A96D8A4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2779" y="500011"/>
            <a:ext cx="2143125" cy="2143125"/>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0887772E-2AD4-E318-FE39-DE31635BA43D}"/>
              </a:ext>
            </a:extLst>
          </p:cNvPr>
          <p:cNvCxnSpPr>
            <a:cxnSpLocks/>
            <a:stCxn id="4" idx="3"/>
            <a:endCxn id="5" idx="1"/>
          </p:cNvCxnSpPr>
          <p:nvPr/>
        </p:nvCxnSpPr>
        <p:spPr>
          <a:xfrm>
            <a:off x="2556839" y="3541108"/>
            <a:ext cx="1098364" cy="123951"/>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E05E8BB-C979-CB11-22F2-DC680CDAD9CD}"/>
              </a:ext>
            </a:extLst>
          </p:cNvPr>
          <p:cNvCxnSpPr>
            <a:cxnSpLocks/>
          </p:cNvCxnSpPr>
          <p:nvPr/>
        </p:nvCxnSpPr>
        <p:spPr>
          <a:xfrm>
            <a:off x="6927207" y="3704936"/>
            <a:ext cx="1098364" cy="184666"/>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B59B616-3DAE-A000-AAB2-8D3CAAA17D9A}"/>
              </a:ext>
            </a:extLst>
          </p:cNvPr>
          <p:cNvCxnSpPr>
            <a:cxnSpLocks/>
            <a:endCxn id="1026" idx="2"/>
          </p:cNvCxnSpPr>
          <p:nvPr/>
        </p:nvCxnSpPr>
        <p:spPr>
          <a:xfrm>
            <a:off x="2556839" y="5364644"/>
            <a:ext cx="6255387" cy="9257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8F4FD3D-662D-01DC-7E0C-9991D55EFF5A}"/>
              </a:ext>
            </a:extLst>
          </p:cNvPr>
          <p:cNvCxnSpPr>
            <a:cxnSpLocks/>
            <a:stCxn id="1026" idx="2"/>
          </p:cNvCxnSpPr>
          <p:nvPr/>
        </p:nvCxnSpPr>
        <p:spPr>
          <a:xfrm flipH="1" flipV="1">
            <a:off x="8537097" y="4661012"/>
            <a:ext cx="275129" cy="79620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AutoShape 8" descr="Alpha Decay">
            <a:extLst>
              <a:ext uri="{FF2B5EF4-FFF2-40B4-BE49-F238E27FC236}">
                <a16:creationId xmlns:a16="http://schemas.microsoft.com/office/drawing/2014/main" id="{FD3C809A-BAA9-CB37-0C8D-A852D63401B7}"/>
              </a:ext>
            </a:extLst>
          </p:cNvPr>
          <p:cNvSpPr>
            <a:spLocks noChangeAspect="1" noChangeArrowheads="1"/>
          </p:cNvSpPr>
          <p:nvPr/>
        </p:nvSpPr>
        <p:spPr bwMode="auto">
          <a:xfrm>
            <a:off x="8025571" y="3034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30" name="Straight Arrow Connector 29">
            <a:extLst>
              <a:ext uri="{FF2B5EF4-FFF2-40B4-BE49-F238E27FC236}">
                <a16:creationId xmlns:a16="http://schemas.microsoft.com/office/drawing/2014/main" id="{A937BC80-D4D1-2B2E-3FAB-1BC965A220F2}"/>
              </a:ext>
            </a:extLst>
          </p:cNvPr>
          <p:cNvCxnSpPr/>
          <p:nvPr/>
        </p:nvCxnSpPr>
        <p:spPr>
          <a:xfrm flipH="1">
            <a:off x="4039655" y="2379058"/>
            <a:ext cx="135835" cy="621317"/>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BDD850E-8668-DF98-A3D9-131366171B19}"/>
              </a:ext>
            </a:extLst>
          </p:cNvPr>
          <p:cNvCxnSpPr/>
          <p:nvPr/>
        </p:nvCxnSpPr>
        <p:spPr>
          <a:xfrm>
            <a:off x="5033246" y="2815709"/>
            <a:ext cx="0" cy="348277"/>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8874011E-ED67-F71D-2E11-F1A034ED2B36}"/>
              </a:ext>
            </a:extLst>
          </p:cNvPr>
          <p:cNvCxnSpPr/>
          <p:nvPr/>
        </p:nvCxnSpPr>
        <p:spPr>
          <a:xfrm>
            <a:off x="5891003" y="2631043"/>
            <a:ext cx="245458" cy="47199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F3D0F78-3B00-CA26-9ADD-7713E79768DB}"/>
              </a:ext>
            </a:extLst>
          </p:cNvPr>
          <p:cNvSpPr txBox="1"/>
          <p:nvPr/>
        </p:nvSpPr>
        <p:spPr>
          <a:xfrm>
            <a:off x="8794334" y="4720056"/>
            <a:ext cx="2457499" cy="369332"/>
          </a:xfrm>
          <a:prstGeom prst="rect">
            <a:avLst/>
          </a:prstGeom>
          <a:noFill/>
        </p:spPr>
        <p:txBody>
          <a:bodyPr wrap="square" rtlCol="0">
            <a:spAutoFit/>
          </a:bodyPr>
          <a:lstStyle/>
          <a:p>
            <a:r>
              <a:rPr lang="en-US" dirty="0"/>
              <a:t>(Audio system block)</a:t>
            </a:r>
          </a:p>
        </p:txBody>
      </p:sp>
    </p:spTree>
    <p:extLst>
      <p:ext uri="{BB962C8B-B14F-4D97-AF65-F5344CB8AC3E}">
        <p14:creationId xmlns:p14="http://schemas.microsoft.com/office/powerpoint/2010/main" val="1300027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5C7EB-C850-10F1-1040-DF77F295F5E5}"/>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Then I completed each block </a:t>
            </a:r>
          </a:p>
        </p:txBody>
      </p:sp>
      <p:graphicFrame>
        <p:nvGraphicFramePr>
          <p:cNvPr id="5" name="Content Placeholder 2">
            <a:extLst>
              <a:ext uri="{FF2B5EF4-FFF2-40B4-BE49-F238E27FC236}">
                <a16:creationId xmlns:a16="http://schemas.microsoft.com/office/drawing/2014/main" id="{B0580A48-578E-480B-8E88-5A3F4CE0B321}"/>
              </a:ext>
            </a:extLst>
          </p:cNvPr>
          <p:cNvGraphicFramePr>
            <a:graphicFrameLocks noGrp="1"/>
          </p:cNvGraphicFramePr>
          <p:nvPr>
            <p:ph idx="1"/>
            <p:extLst>
              <p:ext uri="{D42A27DB-BD31-4B8C-83A1-F6EECF244321}">
                <p14:modId xmlns:p14="http://schemas.microsoft.com/office/powerpoint/2010/main" val="23767567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4999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A42FA8-857D-451E-E93F-D303D8BC98CE}"/>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sz="5200" kern="1200">
                <a:solidFill>
                  <a:schemeClr val="tx1"/>
                </a:solidFill>
                <a:latin typeface="+mj-lt"/>
                <a:ea typeface="+mj-ea"/>
                <a:cs typeface="+mj-cs"/>
              </a:rPr>
              <a:t>Trigger mechanism </a:t>
            </a:r>
          </a:p>
        </p:txBody>
      </p:sp>
      <p:pic>
        <p:nvPicPr>
          <p:cNvPr id="5" name="Picture 4" descr="A screenshot of a computer&#10;&#10;AI-generated content may be incorrect.">
            <a:extLst>
              <a:ext uri="{FF2B5EF4-FFF2-40B4-BE49-F238E27FC236}">
                <a16:creationId xmlns:a16="http://schemas.microsoft.com/office/drawing/2014/main" id="{0AB440EF-6DAD-B7F9-5684-44E004235F8A}"/>
              </a:ext>
            </a:extLst>
          </p:cNvPr>
          <p:cNvPicPr>
            <a:picLocks noChangeAspect="1"/>
          </p:cNvPicPr>
          <p:nvPr/>
        </p:nvPicPr>
        <p:blipFill>
          <a:blip r:embed="rId3"/>
          <a:stretch>
            <a:fillRect/>
          </a:stretch>
        </p:blipFill>
        <p:spPr>
          <a:xfrm>
            <a:off x="835504" y="557189"/>
            <a:ext cx="10520991" cy="4629236"/>
          </a:xfrm>
          <a:prstGeom prst="rect">
            <a:avLst/>
          </a:prstGeom>
        </p:spPr>
      </p:pic>
    </p:spTree>
    <p:extLst>
      <p:ext uri="{BB962C8B-B14F-4D97-AF65-F5344CB8AC3E}">
        <p14:creationId xmlns:p14="http://schemas.microsoft.com/office/powerpoint/2010/main" val="2320557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75AFB8-0F33-41A5-02EE-4179C77F801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Audio system</a:t>
            </a:r>
          </a:p>
        </p:txBody>
      </p:sp>
      <p:pic>
        <p:nvPicPr>
          <p:cNvPr id="5" name="Picture 4">
            <a:extLst>
              <a:ext uri="{FF2B5EF4-FFF2-40B4-BE49-F238E27FC236}">
                <a16:creationId xmlns:a16="http://schemas.microsoft.com/office/drawing/2014/main" id="{BB6F6D8B-12D5-1E7E-1F13-C7AE31854D41}"/>
              </a:ext>
            </a:extLst>
          </p:cNvPr>
          <p:cNvPicPr>
            <a:picLocks noChangeAspect="1"/>
          </p:cNvPicPr>
          <p:nvPr/>
        </p:nvPicPr>
        <p:blipFill>
          <a:blip r:embed="rId2"/>
          <a:stretch>
            <a:fillRect/>
          </a:stretch>
        </p:blipFill>
        <p:spPr>
          <a:xfrm>
            <a:off x="4777316" y="1622474"/>
            <a:ext cx="6780700" cy="3610722"/>
          </a:xfrm>
          <a:prstGeom prst="rect">
            <a:avLst/>
          </a:prstGeom>
        </p:spPr>
      </p:pic>
      <p:sp>
        <p:nvSpPr>
          <p:cNvPr id="8" name="Rectangle 7">
            <a:extLst>
              <a:ext uri="{FF2B5EF4-FFF2-40B4-BE49-F238E27FC236}">
                <a16:creationId xmlns:a16="http://schemas.microsoft.com/office/drawing/2014/main" id="{5DC4A398-3CDE-B508-779A-E0922A4964A1}"/>
              </a:ext>
            </a:extLst>
          </p:cNvPr>
          <p:cNvSpPr/>
          <p:nvPr/>
        </p:nvSpPr>
        <p:spPr>
          <a:xfrm>
            <a:off x="4503906" y="1196502"/>
            <a:ext cx="3356043" cy="24610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2A2AD17-8F74-0A10-B78D-6D239AEC5336}"/>
              </a:ext>
            </a:extLst>
          </p:cNvPr>
          <p:cNvSpPr/>
          <p:nvPr/>
        </p:nvSpPr>
        <p:spPr>
          <a:xfrm>
            <a:off x="7447302" y="301557"/>
            <a:ext cx="3356043" cy="21254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1A0FFF-FA16-2964-BAC0-A205C9217EEE}"/>
              </a:ext>
            </a:extLst>
          </p:cNvPr>
          <p:cNvSpPr/>
          <p:nvPr/>
        </p:nvSpPr>
        <p:spPr>
          <a:xfrm>
            <a:off x="9796556" y="1622474"/>
            <a:ext cx="2168465" cy="39125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215B38-1D48-6F05-F0F1-7A62653AE085}"/>
              </a:ext>
            </a:extLst>
          </p:cNvPr>
          <p:cNvSpPr/>
          <p:nvPr/>
        </p:nvSpPr>
        <p:spPr>
          <a:xfrm>
            <a:off x="4489936" y="3321996"/>
            <a:ext cx="1104271" cy="24610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BEE7109-71BA-C951-D497-4403128F7894}"/>
              </a:ext>
            </a:extLst>
          </p:cNvPr>
          <p:cNvSpPr/>
          <p:nvPr/>
        </p:nvSpPr>
        <p:spPr>
          <a:xfrm>
            <a:off x="5337242" y="4724400"/>
            <a:ext cx="5372911" cy="1170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5931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BDFCC6-4F22-7000-9637-5E4FE5AEFDDC}"/>
              </a:ext>
            </a:extLst>
          </p:cNvPr>
          <p:cNvPicPr>
            <a:picLocks noChangeAspect="1"/>
          </p:cNvPicPr>
          <p:nvPr/>
        </p:nvPicPr>
        <p:blipFill>
          <a:blip r:embed="rId3"/>
          <a:srcRect l="1538" r="8683" b="-1"/>
          <a:stretch/>
        </p:blipFill>
        <p:spPr>
          <a:xfrm>
            <a:off x="20" y="10"/>
            <a:ext cx="12191980" cy="6857990"/>
          </a:xfrm>
          <a:prstGeom prst="rect">
            <a:avLst/>
          </a:prstGeom>
        </p:spPr>
      </p:pic>
      <p:sp>
        <p:nvSpPr>
          <p:cNvPr id="16" name="Freeform 24">
            <a:extLst>
              <a:ext uri="{FF2B5EF4-FFF2-40B4-BE49-F238E27FC236}">
                <a16:creationId xmlns:a16="http://schemas.microsoft.com/office/drawing/2014/main" id="{A414F261-E931-45CB-8605-20FFD6826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775200"/>
            <a:ext cx="4838700" cy="1323975"/>
          </a:xfrm>
          <a:custGeom>
            <a:avLst/>
            <a:gdLst>
              <a:gd name="connsiteX0" fmla="*/ 0 w 4838700"/>
              <a:gd name="connsiteY0" fmla="*/ 0 h 1323975"/>
              <a:gd name="connsiteX1" fmla="*/ 4838700 w 4838700"/>
              <a:gd name="connsiteY1" fmla="*/ 0 h 1323975"/>
              <a:gd name="connsiteX2" fmla="*/ 4838700 w 4838700"/>
              <a:gd name="connsiteY2" fmla="*/ 78123 h 1323975"/>
              <a:gd name="connsiteX3" fmla="*/ 4822272 w 4838700"/>
              <a:gd name="connsiteY3" fmla="*/ 81440 h 1323975"/>
              <a:gd name="connsiteX4" fmla="*/ 4781550 w 4838700"/>
              <a:gd name="connsiteY4" fmla="*/ 142875 h 1323975"/>
              <a:gd name="connsiteX5" fmla="*/ 4822272 w 4838700"/>
              <a:gd name="connsiteY5" fmla="*/ 204311 h 1323975"/>
              <a:gd name="connsiteX6" fmla="*/ 4838700 w 4838700"/>
              <a:gd name="connsiteY6" fmla="*/ 207627 h 1323975"/>
              <a:gd name="connsiteX7" fmla="*/ 4838700 w 4838700"/>
              <a:gd name="connsiteY7" fmla="*/ 287197 h 1323975"/>
              <a:gd name="connsiteX8" fmla="*/ 4822272 w 4838700"/>
              <a:gd name="connsiteY8" fmla="*/ 290514 h 1323975"/>
              <a:gd name="connsiteX9" fmla="*/ 4781550 w 4838700"/>
              <a:gd name="connsiteY9" fmla="*/ 351949 h 1323975"/>
              <a:gd name="connsiteX10" fmla="*/ 4822272 w 4838700"/>
              <a:gd name="connsiteY10" fmla="*/ 413385 h 1323975"/>
              <a:gd name="connsiteX11" fmla="*/ 4838700 w 4838700"/>
              <a:gd name="connsiteY11" fmla="*/ 416701 h 1323975"/>
              <a:gd name="connsiteX12" fmla="*/ 4838700 w 4838700"/>
              <a:gd name="connsiteY12" fmla="*/ 496271 h 1323975"/>
              <a:gd name="connsiteX13" fmla="*/ 4822272 w 4838700"/>
              <a:gd name="connsiteY13" fmla="*/ 499588 h 1323975"/>
              <a:gd name="connsiteX14" fmla="*/ 4781550 w 4838700"/>
              <a:gd name="connsiteY14" fmla="*/ 561023 h 1323975"/>
              <a:gd name="connsiteX15" fmla="*/ 4822272 w 4838700"/>
              <a:gd name="connsiteY15" fmla="*/ 622459 h 1323975"/>
              <a:gd name="connsiteX16" fmla="*/ 4838700 w 4838700"/>
              <a:gd name="connsiteY16" fmla="*/ 625775 h 1323975"/>
              <a:gd name="connsiteX17" fmla="*/ 4838700 w 4838700"/>
              <a:gd name="connsiteY17" fmla="*/ 705345 h 1323975"/>
              <a:gd name="connsiteX18" fmla="*/ 4822272 w 4838700"/>
              <a:gd name="connsiteY18" fmla="*/ 708662 h 1323975"/>
              <a:gd name="connsiteX19" fmla="*/ 4781550 w 4838700"/>
              <a:gd name="connsiteY19" fmla="*/ 770097 h 1323975"/>
              <a:gd name="connsiteX20" fmla="*/ 4822272 w 4838700"/>
              <a:gd name="connsiteY20" fmla="*/ 831533 h 1323975"/>
              <a:gd name="connsiteX21" fmla="*/ 4838700 w 4838700"/>
              <a:gd name="connsiteY21" fmla="*/ 834849 h 1323975"/>
              <a:gd name="connsiteX22" fmla="*/ 4838700 w 4838700"/>
              <a:gd name="connsiteY22" fmla="*/ 914419 h 1323975"/>
              <a:gd name="connsiteX23" fmla="*/ 4822272 w 4838700"/>
              <a:gd name="connsiteY23" fmla="*/ 917736 h 1323975"/>
              <a:gd name="connsiteX24" fmla="*/ 4781550 w 4838700"/>
              <a:gd name="connsiteY24" fmla="*/ 979171 h 1323975"/>
              <a:gd name="connsiteX25" fmla="*/ 4822272 w 4838700"/>
              <a:gd name="connsiteY25" fmla="*/ 1040607 h 1323975"/>
              <a:gd name="connsiteX26" fmla="*/ 4838700 w 4838700"/>
              <a:gd name="connsiteY26" fmla="*/ 1043923 h 1323975"/>
              <a:gd name="connsiteX27" fmla="*/ 4838700 w 4838700"/>
              <a:gd name="connsiteY27" fmla="*/ 1123491 h 1323975"/>
              <a:gd name="connsiteX28" fmla="*/ 4822272 w 4838700"/>
              <a:gd name="connsiteY28" fmla="*/ 1126808 h 1323975"/>
              <a:gd name="connsiteX29" fmla="*/ 4781550 w 4838700"/>
              <a:gd name="connsiteY29" fmla="*/ 1188243 h 1323975"/>
              <a:gd name="connsiteX30" fmla="*/ 4822272 w 4838700"/>
              <a:gd name="connsiteY30" fmla="*/ 1249679 h 1323975"/>
              <a:gd name="connsiteX31" fmla="*/ 4838700 w 4838700"/>
              <a:gd name="connsiteY31" fmla="*/ 1252995 h 1323975"/>
              <a:gd name="connsiteX32" fmla="*/ 4838700 w 4838700"/>
              <a:gd name="connsiteY32" fmla="*/ 1323975 h 1323975"/>
              <a:gd name="connsiteX33" fmla="*/ 0 w 4838700"/>
              <a:gd name="connsiteY33" fmla="*/ 1323975 h 13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838700" h="1323975">
                <a:moveTo>
                  <a:pt x="0" y="0"/>
                </a:moveTo>
                <a:lnTo>
                  <a:pt x="4838700" y="0"/>
                </a:lnTo>
                <a:lnTo>
                  <a:pt x="4838700" y="78123"/>
                </a:lnTo>
                <a:lnTo>
                  <a:pt x="4822272" y="81440"/>
                </a:lnTo>
                <a:cubicBezTo>
                  <a:pt x="4798341" y="91561"/>
                  <a:pt x="4781550" y="115257"/>
                  <a:pt x="4781550" y="142875"/>
                </a:cubicBezTo>
                <a:cubicBezTo>
                  <a:pt x="4781550" y="170493"/>
                  <a:pt x="4798341" y="194189"/>
                  <a:pt x="4822272" y="204311"/>
                </a:cubicBezTo>
                <a:lnTo>
                  <a:pt x="4838700" y="207627"/>
                </a:lnTo>
                <a:lnTo>
                  <a:pt x="4838700" y="287197"/>
                </a:lnTo>
                <a:lnTo>
                  <a:pt x="4822272" y="290514"/>
                </a:lnTo>
                <a:cubicBezTo>
                  <a:pt x="4798341" y="300635"/>
                  <a:pt x="4781550" y="324331"/>
                  <a:pt x="4781550" y="351949"/>
                </a:cubicBezTo>
                <a:cubicBezTo>
                  <a:pt x="4781550" y="379567"/>
                  <a:pt x="4798341" y="403263"/>
                  <a:pt x="4822272" y="413385"/>
                </a:cubicBezTo>
                <a:lnTo>
                  <a:pt x="4838700" y="416701"/>
                </a:lnTo>
                <a:lnTo>
                  <a:pt x="4838700" y="496271"/>
                </a:lnTo>
                <a:lnTo>
                  <a:pt x="4822272" y="499588"/>
                </a:lnTo>
                <a:cubicBezTo>
                  <a:pt x="4798341" y="509709"/>
                  <a:pt x="4781550" y="533405"/>
                  <a:pt x="4781550" y="561023"/>
                </a:cubicBezTo>
                <a:cubicBezTo>
                  <a:pt x="4781550" y="588641"/>
                  <a:pt x="4798341" y="612337"/>
                  <a:pt x="4822272" y="622459"/>
                </a:cubicBezTo>
                <a:lnTo>
                  <a:pt x="4838700" y="625775"/>
                </a:lnTo>
                <a:lnTo>
                  <a:pt x="4838700" y="705345"/>
                </a:lnTo>
                <a:lnTo>
                  <a:pt x="4822272" y="708662"/>
                </a:lnTo>
                <a:cubicBezTo>
                  <a:pt x="4798341" y="718783"/>
                  <a:pt x="4781550" y="742479"/>
                  <a:pt x="4781550" y="770097"/>
                </a:cubicBezTo>
                <a:cubicBezTo>
                  <a:pt x="4781550" y="797715"/>
                  <a:pt x="4798341" y="821411"/>
                  <a:pt x="4822272" y="831533"/>
                </a:cubicBezTo>
                <a:lnTo>
                  <a:pt x="4838700" y="834849"/>
                </a:lnTo>
                <a:lnTo>
                  <a:pt x="4838700" y="914419"/>
                </a:lnTo>
                <a:lnTo>
                  <a:pt x="4822272" y="917736"/>
                </a:lnTo>
                <a:cubicBezTo>
                  <a:pt x="4798341" y="927857"/>
                  <a:pt x="4781550" y="951553"/>
                  <a:pt x="4781550" y="979171"/>
                </a:cubicBezTo>
                <a:cubicBezTo>
                  <a:pt x="4781550" y="1006789"/>
                  <a:pt x="4798341" y="1030485"/>
                  <a:pt x="4822272" y="1040607"/>
                </a:cubicBezTo>
                <a:lnTo>
                  <a:pt x="4838700" y="1043923"/>
                </a:lnTo>
                <a:lnTo>
                  <a:pt x="4838700" y="1123491"/>
                </a:lnTo>
                <a:lnTo>
                  <a:pt x="4822272" y="1126808"/>
                </a:lnTo>
                <a:cubicBezTo>
                  <a:pt x="4798341" y="1136929"/>
                  <a:pt x="4781550" y="1160625"/>
                  <a:pt x="4781550" y="1188243"/>
                </a:cubicBezTo>
                <a:cubicBezTo>
                  <a:pt x="4781550" y="1215861"/>
                  <a:pt x="4798341" y="1239557"/>
                  <a:pt x="4822272" y="1249679"/>
                </a:cubicBezTo>
                <a:lnTo>
                  <a:pt x="4838700" y="1252995"/>
                </a:lnTo>
                <a:lnTo>
                  <a:pt x="4838700" y="1323975"/>
                </a:lnTo>
                <a:lnTo>
                  <a:pt x="0" y="1323975"/>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931983-701E-DCCF-0E11-D626D603C2F0}"/>
              </a:ext>
            </a:extLst>
          </p:cNvPr>
          <p:cNvSpPr>
            <a:spLocks noGrp="1"/>
          </p:cNvSpPr>
          <p:nvPr>
            <p:ph type="title"/>
          </p:nvPr>
        </p:nvSpPr>
        <p:spPr>
          <a:xfrm>
            <a:off x="1276350" y="4981575"/>
            <a:ext cx="3228976" cy="860426"/>
          </a:xfrm>
          <a:prstGeom prst="rect">
            <a:avLst/>
          </a:prstGeom>
          <a:noFill/>
          <a:ln w="174625" cap="sq" cmpd="thinThick">
            <a:noFill/>
            <a:miter lim="800000"/>
          </a:ln>
        </p:spPr>
        <p:txBody>
          <a:bodyPr vert="horz" lIns="91440" tIns="45720" rIns="91440" bIns="45720" rtlCol="0" anchor="ctr">
            <a:normAutofit/>
          </a:bodyPr>
          <a:lstStyle/>
          <a:p>
            <a:pPr algn="r"/>
            <a:r>
              <a:rPr lang="en-US" sz="2400">
                <a:solidFill>
                  <a:srgbClr val="FFFFFF"/>
                </a:solidFill>
              </a:rPr>
              <a:t>High voltage dc converters</a:t>
            </a:r>
          </a:p>
        </p:txBody>
      </p:sp>
      <p:cxnSp>
        <p:nvCxnSpPr>
          <p:cNvPr id="17" name="Straight Connector 16">
            <a:extLst>
              <a:ext uri="{FF2B5EF4-FFF2-40B4-BE49-F238E27FC236}">
                <a16:creationId xmlns:a16="http://schemas.microsoft.com/office/drawing/2014/main" id="{B63CF8AD-BB19-4F90-BDE5-B3B3F56F4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 y="4876800"/>
            <a:ext cx="4791456" cy="3175"/>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24E62CA-FAA3-4628-AEF3-5033C77149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 y="5969000"/>
            <a:ext cx="4791456" cy="3175"/>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64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0D05D2D-CB6A-431B-BE4A-2A7FCC9FA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56"/>
            <a:ext cx="12192000" cy="6869256"/>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C4DB93-44FF-6AC8-30CA-6805D171EA6A}"/>
              </a:ext>
            </a:extLst>
          </p:cNvPr>
          <p:cNvSpPr>
            <a:spLocks noGrp="1"/>
          </p:cNvSpPr>
          <p:nvPr>
            <p:ph type="title"/>
          </p:nvPr>
        </p:nvSpPr>
        <p:spPr>
          <a:xfrm>
            <a:off x="960120" y="5419725"/>
            <a:ext cx="10271760" cy="936626"/>
          </a:xfrm>
        </p:spPr>
        <p:txBody>
          <a:bodyPr vert="horz" lIns="91440" tIns="45720" rIns="91440" bIns="45720" rtlCol="0" anchor="ctr">
            <a:normAutofit/>
          </a:bodyPr>
          <a:lstStyle/>
          <a:p>
            <a:pPr algn="ctr"/>
            <a:r>
              <a:rPr lang="en-US" sz="4000" kern="1200">
                <a:solidFill>
                  <a:schemeClr val="tx1">
                    <a:lumMod val="75000"/>
                    <a:lumOff val="25000"/>
                  </a:schemeClr>
                </a:solidFill>
                <a:latin typeface="+mj-lt"/>
                <a:ea typeface="+mj-ea"/>
                <a:cs typeface="+mj-cs"/>
              </a:rPr>
              <a:t>Kicad schematic</a:t>
            </a:r>
          </a:p>
        </p:txBody>
      </p:sp>
      <p:sp>
        <p:nvSpPr>
          <p:cNvPr id="22" name="Rounded Rectangle 5">
            <a:extLst>
              <a:ext uri="{FF2B5EF4-FFF2-40B4-BE49-F238E27FC236}">
                <a16:creationId xmlns:a16="http://schemas.microsoft.com/office/drawing/2014/main" id="{E84CD6E5-269B-4A44-867D-78DBB4DFF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990600"/>
            <a:ext cx="10271760" cy="430530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white background with colorful dots&#10;&#10;AI-generated content may be incorrect.">
            <a:extLst>
              <a:ext uri="{FF2B5EF4-FFF2-40B4-BE49-F238E27FC236}">
                <a16:creationId xmlns:a16="http://schemas.microsoft.com/office/drawing/2014/main" id="{F39676F1-6867-B3C8-0F60-BE7ACAC664F8}"/>
              </a:ext>
            </a:extLst>
          </p:cNvPr>
          <p:cNvPicPr>
            <a:picLocks noChangeAspect="1"/>
          </p:cNvPicPr>
          <p:nvPr/>
        </p:nvPicPr>
        <p:blipFill>
          <a:blip r:embed="rId3">
            <a:extLst>
              <a:ext uri="{28A0092B-C50C-407E-A947-70E740481C1C}">
                <a14:useLocalDpi xmlns:a14="http://schemas.microsoft.com/office/drawing/2010/main" val="0"/>
              </a:ext>
            </a:extLst>
          </a:blip>
          <a:srcRect l="889" r="-1" b="-1"/>
          <a:stretch/>
        </p:blipFill>
        <p:spPr>
          <a:xfrm>
            <a:off x="1281684" y="1528130"/>
            <a:ext cx="9628632" cy="3230240"/>
          </a:xfrm>
          <a:prstGeom prst="rect">
            <a:avLst/>
          </a:prstGeom>
          <a:effectLst/>
        </p:spPr>
      </p:pic>
    </p:spTree>
    <p:extLst>
      <p:ext uri="{BB962C8B-B14F-4D97-AF65-F5344CB8AC3E}">
        <p14:creationId xmlns:p14="http://schemas.microsoft.com/office/powerpoint/2010/main" val="674399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computer screen shot of a circuit board&#10;&#10;AI-generated content may be incorrect.">
            <a:extLst>
              <a:ext uri="{FF2B5EF4-FFF2-40B4-BE49-F238E27FC236}">
                <a16:creationId xmlns:a16="http://schemas.microsoft.com/office/drawing/2014/main" id="{4CA22DDD-96F5-1050-6187-177D6D44B3C7}"/>
              </a:ext>
            </a:extLst>
          </p:cNvPr>
          <p:cNvPicPr>
            <a:picLocks noChangeAspect="1"/>
          </p:cNvPicPr>
          <p:nvPr/>
        </p:nvPicPr>
        <p:blipFill>
          <a:blip r:embed="rId3">
            <a:extLst>
              <a:ext uri="{28A0092B-C50C-407E-A947-70E740481C1C}">
                <a14:useLocalDpi xmlns:a14="http://schemas.microsoft.com/office/drawing/2010/main" val="0"/>
              </a:ext>
            </a:extLst>
          </a:blip>
          <a:srcRect r="7555"/>
          <a:stretch/>
        </p:blipFill>
        <p:spPr>
          <a:xfrm>
            <a:off x="20" y="10"/>
            <a:ext cx="12191980" cy="6857990"/>
          </a:xfrm>
          <a:prstGeom prst="rect">
            <a:avLst/>
          </a:prstGeom>
        </p:spPr>
      </p:pic>
      <p:sp>
        <p:nvSpPr>
          <p:cNvPr id="21" name="Freeform 12">
            <a:extLst>
              <a:ext uri="{FF2B5EF4-FFF2-40B4-BE49-F238E27FC236}">
                <a16:creationId xmlns:a16="http://schemas.microsoft.com/office/drawing/2014/main" id="{522A94E1-AEBD-4286-BFF8-0711E4CD3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622650" y="5181600"/>
            <a:ext cx="9165010" cy="1174750"/>
          </a:xfrm>
          <a:custGeom>
            <a:avLst/>
            <a:gdLst>
              <a:gd name="connsiteX0" fmla="*/ 0 w 9165010"/>
              <a:gd name="connsiteY0" fmla="*/ 1073384 h 1073384"/>
              <a:gd name="connsiteX1" fmla="*/ 9165010 w 9165010"/>
              <a:gd name="connsiteY1" fmla="*/ 1073384 h 1073384"/>
              <a:gd name="connsiteX2" fmla="*/ 9165010 w 9165010"/>
              <a:gd name="connsiteY2" fmla="*/ 266817 h 1073384"/>
              <a:gd name="connsiteX3" fmla="*/ 4757604 w 9165010"/>
              <a:gd name="connsiteY3" fmla="*/ 266817 h 1073384"/>
              <a:gd name="connsiteX4" fmla="*/ 4582505 w 9165010"/>
              <a:gd name="connsiteY4" fmla="*/ 0 h 1073384"/>
              <a:gd name="connsiteX5" fmla="*/ 4407407 w 9165010"/>
              <a:gd name="connsiteY5" fmla="*/ 266817 h 1073384"/>
              <a:gd name="connsiteX6" fmla="*/ 0 w 9165010"/>
              <a:gd name="connsiteY6" fmla="*/ 266817 h 107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5010" h="1073384">
                <a:moveTo>
                  <a:pt x="0" y="1073384"/>
                </a:moveTo>
                <a:lnTo>
                  <a:pt x="9165010" y="1073384"/>
                </a:lnTo>
                <a:lnTo>
                  <a:pt x="9165010" y="266817"/>
                </a:lnTo>
                <a:lnTo>
                  <a:pt x="4757604" y="266817"/>
                </a:lnTo>
                <a:lnTo>
                  <a:pt x="4582505" y="0"/>
                </a:lnTo>
                <a:lnTo>
                  <a:pt x="4407407" y="266817"/>
                </a:lnTo>
                <a:lnTo>
                  <a:pt x="0" y="266817"/>
                </a:lnTo>
                <a:close/>
              </a:path>
            </a:pathLst>
          </a:custGeom>
          <a:solidFill>
            <a:srgbClr val="404040">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B3D5E8-4BC7-F41E-6A58-95840FFDCAB0}"/>
              </a:ext>
            </a:extLst>
          </p:cNvPr>
          <p:cNvSpPr>
            <a:spLocks noGrp="1"/>
          </p:cNvSpPr>
          <p:nvPr>
            <p:ph type="title"/>
          </p:nvPr>
        </p:nvSpPr>
        <p:spPr>
          <a:xfrm>
            <a:off x="1771650" y="5254391"/>
            <a:ext cx="8867012" cy="774934"/>
          </a:xfrm>
          <a:noFill/>
        </p:spPr>
        <p:txBody>
          <a:bodyPr vert="horz" lIns="91440" tIns="45720" rIns="91440" bIns="45720" rtlCol="0" anchor="ctr">
            <a:normAutofit/>
          </a:bodyPr>
          <a:lstStyle/>
          <a:p>
            <a:pPr algn="ctr"/>
            <a:r>
              <a:rPr lang="en-US" sz="4000">
                <a:solidFill>
                  <a:srgbClr val="FFFFFF"/>
                </a:solidFill>
              </a:rPr>
              <a:t>Kicad pcb</a:t>
            </a:r>
          </a:p>
        </p:txBody>
      </p:sp>
    </p:spTree>
    <p:extLst>
      <p:ext uri="{BB962C8B-B14F-4D97-AF65-F5344CB8AC3E}">
        <p14:creationId xmlns:p14="http://schemas.microsoft.com/office/powerpoint/2010/main" val="124923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2B0173-77C5-249E-A98D-B49D21EC7BDE}"/>
              </a:ext>
            </a:extLst>
          </p:cNvPr>
          <p:cNvPicPr>
            <a:picLocks noChangeAspect="1"/>
          </p:cNvPicPr>
          <p:nvPr/>
        </p:nvPicPr>
        <p:blipFill>
          <a:blip r:embed="rId3"/>
          <a:srcRect b="5462"/>
          <a:stretch/>
        </p:blipFill>
        <p:spPr>
          <a:xfrm>
            <a:off x="20" y="10"/>
            <a:ext cx="12191980" cy="6857990"/>
          </a:xfrm>
          <a:prstGeom prst="rect">
            <a:avLst/>
          </a:prstGeom>
        </p:spPr>
      </p:pic>
      <p:sp>
        <p:nvSpPr>
          <p:cNvPr id="9" name="Freeform 12">
            <a:extLst>
              <a:ext uri="{FF2B5EF4-FFF2-40B4-BE49-F238E27FC236}">
                <a16:creationId xmlns:a16="http://schemas.microsoft.com/office/drawing/2014/main" id="{522A94E1-AEBD-4286-BFF8-0711E4CD3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622650" y="5181600"/>
            <a:ext cx="9165010" cy="1174750"/>
          </a:xfrm>
          <a:custGeom>
            <a:avLst/>
            <a:gdLst>
              <a:gd name="connsiteX0" fmla="*/ 0 w 9165010"/>
              <a:gd name="connsiteY0" fmla="*/ 1073384 h 1073384"/>
              <a:gd name="connsiteX1" fmla="*/ 9165010 w 9165010"/>
              <a:gd name="connsiteY1" fmla="*/ 1073384 h 1073384"/>
              <a:gd name="connsiteX2" fmla="*/ 9165010 w 9165010"/>
              <a:gd name="connsiteY2" fmla="*/ 266817 h 1073384"/>
              <a:gd name="connsiteX3" fmla="*/ 4757604 w 9165010"/>
              <a:gd name="connsiteY3" fmla="*/ 266817 h 1073384"/>
              <a:gd name="connsiteX4" fmla="*/ 4582505 w 9165010"/>
              <a:gd name="connsiteY4" fmla="*/ 0 h 1073384"/>
              <a:gd name="connsiteX5" fmla="*/ 4407407 w 9165010"/>
              <a:gd name="connsiteY5" fmla="*/ 266817 h 1073384"/>
              <a:gd name="connsiteX6" fmla="*/ 0 w 9165010"/>
              <a:gd name="connsiteY6" fmla="*/ 266817 h 107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5010" h="1073384">
                <a:moveTo>
                  <a:pt x="0" y="1073384"/>
                </a:moveTo>
                <a:lnTo>
                  <a:pt x="9165010" y="1073384"/>
                </a:lnTo>
                <a:lnTo>
                  <a:pt x="9165010" y="266817"/>
                </a:lnTo>
                <a:lnTo>
                  <a:pt x="4757604" y="266817"/>
                </a:lnTo>
                <a:lnTo>
                  <a:pt x="4582505" y="0"/>
                </a:lnTo>
                <a:lnTo>
                  <a:pt x="4407407" y="266817"/>
                </a:lnTo>
                <a:lnTo>
                  <a:pt x="0" y="266817"/>
                </a:lnTo>
                <a:close/>
              </a:path>
            </a:pathLst>
          </a:custGeom>
          <a:solidFill>
            <a:srgbClr val="404040">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E9961A-0B25-3B75-1E58-57AE5E94F88F}"/>
              </a:ext>
            </a:extLst>
          </p:cNvPr>
          <p:cNvSpPr>
            <a:spLocks noGrp="1"/>
          </p:cNvSpPr>
          <p:nvPr>
            <p:ph type="title"/>
          </p:nvPr>
        </p:nvSpPr>
        <p:spPr>
          <a:xfrm>
            <a:off x="1771650" y="5254391"/>
            <a:ext cx="8867012" cy="774934"/>
          </a:xfrm>
          <a:noFill/>
        </p:spPr>
        <p:txBody>
          <a:bodyPr vert="horz" lIns="91440" tIns="45720" rIns="91440" bIns="45720" rtlCol="0" anchor="ctr">
            <a:normAutofit/>
          </a:bodyPr>
          <a:lstStyle/>
          <a:p>
            <a:pPr algn="ctr"/>
            <a:r>
              <a:rPr lang="en-US" sz="4000">
                <a:solidFill>
                  <a:srgbClr val="FFFFFF"/>
                </a:solidFill>
              </a:rPr>
              <a:t>Kicad pcb</a:t>
            </a:r>
          </a:p>
        </p:txBody>
      </p:sp>
    </p:spTree>
    <p:extLst>
      <p:ext uri="{BB962C8B-B14F-4D97-AF65-F5344CB8AC3E}">
        <p14:creationId xmlns:p14="http://schemas.microsoft.com/office/powerpoint/2010/main" val="4082834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D72DD-8401-2DC4-E86E-7D07092FBE03}"/>
              </a:ext>
            </a:extLst>
          </p:cNvPr>
          <p:cNvSpPr>
            <a:spLocks noGrp="1"/>
          </p:cNvSpPr>
          <p:nvPr>
            <p:ph type="title"/>
          </p:nvPr>
        </p:nvSpPr>
        <p:spPr/>
        <p:txBody>
          <a:bodyPr/>
          <a:lstStyle/>
          <a:p>
            <a:r>
              <a:rPr lang="en-US" dirty="0"/>
              <a:t>Final product</a:t>
            </a:r>
          </a:p>
        </p:txBody>
      </p:sp>
      <p:sp>
        <p:nvSpPr>
          <p:cNvPr id="3" name="Content Placeholder 2">
            <a:extLst>
              <a:ext uri="{FF2B5EF4-FFF2-40B4-BE49-F238E27FC236}">
                <a16:creationId xmlns:a16="http://schemas.microsoft.com/office/drawing/2014/main" id="{994BFBE6-6438-CD1D-A6DE-2BF779161967}"/>
              </a:ext>
            </a:extLst>
          </p:cNvPr>
          <p:cNvSpPr>
            <a:spLocks noGrp="1"/>
          </p:cNvSpPr>
          <p:nvPr>
            <p:ph idx="1"/>
          </p:nvPr>
        </p:nvSpPr>
        <p:spPr/>
        <p:txBody>
          <a:bodyPr/>
          <a:lstStyle/>
          <a:p>
            <a:r>
              <a:rPr lang="en-US" dirty="0"/>
              <a:t>Trumps tariffs are fucking me omg. Orange cunt and his whore wife. And that dickhead </a:t>
            </a:r>
            <a:r>
              <a:rPr lang="en-US" dirty="0" err="1"/>
              <a:t>jdvance</a:t>
            </a:r>
            <a:r>
              <a:rPr lang="en-US" dirty="0"/>
              <a:t> what a pussy</a:t>
            </a:r>
          </a:p>
          <a:p>
            <a:endParaRPr lang="en-US" dirty="0"/>
          </a:p>
        </p:txBody>
      </p:sp>
    </p:spTree>
    <p:extLst>
      <p:ext uri="{BB962C8B-B14F-4D97-AF65-F5344CB8AC3E}">
        <p14:creationId xmlns:p14="http://schemas.microsoft.com/office/powerpoint/2010/main" val="1192934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CD31C-C1F4-1DD4-70F1-A07AA94E1DC0}"/>
              </a:ext>
            </a:extLst>
          </p:cNvPr>
          <p:cNvSpPr>
            <a:spLocks noGrp="1"/>
          </p:cNvSpPr>
          <p:nvPr>
            <p:ph type="title"/>
          </p:nvPr>
        </p:nvSpPr>
        <p:spPr>
          <a:xfrm>
            <a:off x="2187363" y="1671569"/>
            <a:ext cx="5801917" cy="2228760"/>
          </a:xfrm>
        </p:spPr>
        <p:txBody>
          <a:bodyPr anchor="b">
            <a:normAutofit/>
          </a:bodyPr>
          <a:lstStyle/>
          <a:p>
            <a:r>
              <a:rPr lang="en-US" sz="4000"/>
              <a:t>sources</a:t>
            </a:r>
          </a:p>
        </p:txBody>
      </p:sp>
      <p:pic>
        <p:nvPicPr>
          <p:cNvPr id="7" name="Graphic 6" descr="Laptop Secure">
            <a:extLst>
              <a:ext uri="{FF2B5EF4-FFF2-40B4-BE49-F238E27FC236}">
                <a16:creationId xmlns:a16="http://schemas.microsoft.com/office/drawing/2014/main" id="{8626F9C8-541A-D30E-4936-F5B9DAF72D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DCC54CCA-8F67-AC46-63FF-DD70025FA9D4}"/>
              </a:ext>
            </a:extLst>
          </p:cNvPr>
          <p:cNvSpPr>
            <a:spLocks noGrp="1"/>
          </p:cNvSpPr>
          <p:nvPr>
            <p:ph idx="1"/>
          </p:nvPr>
        </p:nvSpPr>
        <p:spPr>
          <a:xfrm>
            <a:off x="2187364" y="4072044"/>
            <a:ext cx="5801917" cy="2057045"/>
          </a:xfrm>
        </p:spPr>
        <p:txBody>
          <a:bodyPr>
            <a:normAutofit/>
          </a:bodyPr>
          <a:lstStyle/>
          <a:p>
            <a:pPr marL="0" indent="0">
              <a:buNone/>
            </a:pPr>
            <a:r>
              <a:rPr lang="en-US" sz="2000" dirty="0" err="1"/>
              <a:t>Geiger_Muller_Build</a:t>
            </a:r>
            <a:r>
              <a:rPr lang="en-US" sz="2000" dirty="0"/>
              <a:t>: all the resources and websites + project files for Geiger counter. (n.d.). GitHub. </a:t>
            </a:r>
            <a:r>
              <a:rPr lang="en-US" sz="2000" dirty="0">
                <a:hlinkClick r:id="rId5"/>
              </a:rPr>
              <a:t>https://github.com/poypiy/Geiger_Muller_Build</a:t>
            </a:r>
            <a:endParaRPr lang="en-US" sz="2000" dirty="0"/>
          </a:p>
          <a:p>
            <a:endParaRPr lang="en-US" sz="2000" dirty="0"/>
          </a:p>
        </p:txBody>
      </p:sp>
      <p:pic>
        <p:nvPicPr>
          <p:cNvPr id="9" name="Graphic 8" descr="Laptop Secure">
            <a:extLst>
              <a:ext uri="{FF2B5EF4-FFF2-40B4-BE49-F238E27FC236}">
                <a16:creationId xmlns:a16="http://schemas.microsoft.com/office/drawing/2014/main" id="{1E0647C4-F327-417D-832A-420BB686A3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17431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1314</TotalTime>
  <Words>1044</Words>
  <Application>Microsoft Office PowerPoint</Application>
  <PresentationFormat>Widescreen</PresentationFormat>
  <Paragraphs>125</Paragraphs>
  <Slides>26</Slides>
  <Notes>22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Goudy Stout</vt:lpstr>
      <vt:lpstr>Office Theme</vt:lpstr>
      <vt:lpstr>My Capstone Project</vt:lpstr>
      <vt:lpstr>My guiding question</vt:lpstr>
      <vt:lpstr>Safety</vt:lpstr>
      <vt:lpstr>overview</vt:lpstr>
      <vt:lpstr>What is my project</vt:lpstr>
      <vt:lpstr>Why</vt:lpstr>
      <vt:lpstr>Field specific skills that I learned </vt:lpstr>
      <vt:lpstr>Reading technical documentation</vt:lpstr>
      <vt:lpstr>SPICE simulation software</vt:lpstr>
      <vt:lpstr>prototyping</vt:lpstr>
      <vt:lpstr>Circuit testing</vt:lpstr>
      <vt:lpstr>Pcb design software</vt:lpstr>
      <vt:lpstr>soldering</vt:lpstr>
      <vt:lpstr>PowerPoint Presentation</vt:lpstr>
      <vt:lpstr>Physical project section</vt:lpstr>
      <vt:lpstr>PowerPoint Presentation</vt:lpstr>
      <vt:lpstr>PowerPoint Presentation</vt:lpstr>
      <vt:lpstr>Then I completed each block </vt:lpstr>
      <vt:lpstr>Trigger mechanism </vt:lpstr>
      <vt:lpstr>Audio system</vt:lpstr>
      <vt:lpstr>High voltage dc converters</vt:lpstr>
      <vt:lpstr>Kicad schematic</vt:lpstr>
      <vt:lpstr>Kicad pcb</vt:lpstr>
      <vt:lpstr>Kicad pcb</vt:lpstr>
      <vt:lpstr>Final product</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Kayne Wilson</dc:creator>
  <cp:lastModifiedBy>Kayne Wilson</cp:lastModifiedBy>
  <cp:revision>2</cp:revision>
  <dcterms:created xsi:type="dcterms:W3CDTF">2025-04-10T00:18:39Z</dcterms:created>
  <dcterms:modified xsi:type="dcterms:W3CDTF">2025-04-23T23:14:25Z</dcterms:modified>
</cp:coreProperties>
</file>